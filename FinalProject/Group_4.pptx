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9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98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2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04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10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10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Layout+xml" PartName="/ppt/slideLayouts/slideLayout9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03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95.xml"/>
  <Override ContentType="application/vnd.openxmlformats-officedocument.presentationml.slideLayout+xml" PartName="/ppt/slideLayouts/slideLayout101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99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0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107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100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27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56" r:id="rId5"/>
    <p:sldMasterId id="2147483757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y="5143500" cx="9144000"/>
  <p:notesSz cx="6858000" cy="9144000"/>
  <p:embeddedFontLst>
    <p:embeddedFont>
      <p:font typeface="Sora"/>
      <p:regular r:id="rId16"/>
      <p:bold r:id="rId17"/>
    </p:embeddedFont>
    <p:embeddedFont>
      <p:font typeface="IBM Plex Sans"/>
      <p:regular r:id="rId18"/>
      <p:bold r:id="rId19"/>
      <p:italic r:id="rId20"/>
      <p:boldItalic r:id="rId21"/>
    </p:embeddedFont>
    <p:embeddedFont>
      <p:font typeface="Sora SemiBold"/>
      <p:regular r:id="rId22"/>
      <p:bold r:id="rId23"/>
    </p:embeddedFont>
    <p:embeddedFont>
      <p:font typeface="IBM Plex Sans Medium"/>
      <p:regular r:id="rId24"/>
      <p:bold r:id="rId25"/>
      <p:italic r:id="rId26"/>
      <p:boldItalic r:id="rId27"/>
    </p:embeddedFont>
    <p:embeddedFont>
      <p:font typeface="Della Respira"/>
      <p:regular r:id="rId28"/>
    </p:embeddedFont>
    <p:embeddedFont>
      <p:font typeface="Sora Light"/>
      <p:regular r:id="rId29"/>
      <p:bold r:id="rId30"/>
    </p:embeddedFont>
    <p:embeddedFont>
      <p:font typeface="Song Myung"/>
      <p:regular r:id="rId31"/>
    </p:embeddedFont>
    <p:embeddedFont>
      <p:font typeface="DM Sans Light"/>
      <p:regular r:id="rId32"/>
      <p:bold r:id="rId33"/>
      <p:italic r:id="rId34"/>
      <p:boldItalic r:id="rId35"/>
    </p:embeddedFont>
    <p:embeddedFont>
      <p:font typeface="Sora ExtraLight"/>
      <p:regular r:id="rId36"/>
      <p:bold r:id="rId37"/>
    </p:embeddedFont>
    <p:embeddedFont>
      <p:font typeface="DM Sans"/>
      <p:regular r:id="rId38"/>
      <p:bold r:id="rId39"/>
      <p:italic r:id="rId40"/>
      <p:boldItalic r:id="rId41"/>
    </p:embeddedFont>
    <p:embeddedFont>
      <p:font typeface="Sora Medium"/>
      <p:regular r:id="rId42"/>
      <p:bold r:id="rId43"/>
    </p:embeddedFont>
    <p:embeddedFont>
      <p:font typeface="IBM Plex Sans SemiBold"/>
      <p:regular r:id="rId44"/>
      <p:bold r:id="rId45"/>
      <p:italic r:id="rId46"/>
      <p:boldItalic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B7C43CF-BA6C-4135-BA5B-E0DD89FA294D}">
  <a:tblStyle styleId="{EB7C43CF-BA6C-4135-BA5B-E0DD89FA294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DMSans-italic.fntdata"/><Relationship Id="rId42" Type="http://schemas.openxmlformats.org/officeDocument/2006/relationships/font" Target="fonts/SoraMedium-regular.fntdata"/><Relationship Id="rId41" Type="http://schemas.openxmlformats.org/officeDocument/2006/relationships/font" Target="fonts/DMSans-boldItalic.fntdata"/><Relationship Id="rId44" Type="http://schemas.openxmlformats.org/officeDocument/2006/relationships/font" Target="fonts/IBMPlexSansSemiBold-regular.fntdata"/><Relationship Id="rId43" Type="http://schemas.openxmlformats.org/officeDocument/2006/relationships/font" Target="fonts/SoraMedium-bold.fntdata"/><Relationship Id="rId46" Type="http://schemas.openxmlformats.org/officeDocument/2006/relationships/font" Target="fonts/IBMPlexSansSemiBold-italic.fntdata"/><Relationship Id="rId45" Type="http://schemas.openxmlformats.org/officeDocument/2006/relationships/font" Target="fonts/IBMPlexSansSemiBold-bold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7" Type="http://schemas.openxmlformats.org/officeDocument/2006/relationships/font" Target="fonts/IBMPlexSansSemiBold-bold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SongMyung-regular.fntdata"/><Relationship Id="rId30" Type="http://schemas.openxmlformats.org/officeDocument/2006/relationships/font" Target="fonts/SoraLight-bold.fntdata"/><Relationship Id="rId33" Type="http://schemas.openxmlformats.org/officeDocument/2006/relationships/font" Target="fonts/DMSansLight-bold.fntdata"/><Relationship Id="rId32" Type="http://schemas.openxmlformats.org/officeDocument/2006/relationships/font" Target="fonts/DMSansLight-regular.fntdata"/><Relationship Id="rId35" Type="http://schemas.openxmlformats.org/officeDocument/2006/relationships/font" Target="fonts/DMSansLight-boldItalic.fntdata"/><Relationship Id="rId34" Type="http://schemas.openxmlformats.org/officeDocument/2006/relationships/font" Target="fonts/DMSansLight-italic.fntdata"/><Relationship Id="rId37" Type="http://schemas.openxmlformats.org/officeDocument/2006/relationships/font" Target="fonts/SoraExtraLight-bold.fntdata"/><Relationship Id="rId36" Type="http://schemas.openxmlformats.org/officeDocument/2006/relationships/font" Target="fonts/SoraExtraLight-regular.fntdata"/><Relationship Id="rId39" Type="http://schemas.openxmlformats.org/officeDocument/2006/relationships/font" Target="fonts/DMSans-bold.fntdata"/><Relationship Id="rId38" Type="http://schemas.openxmlformats.org/officeDocument/2006/relationships/font" Target="fonts/DMSans-regular.fntdata"/><Relationship Id="rId20" Type="http://schemas.openxmlformats.org/officeDocument/2006/relationships/font" Target="fonts/IBMPlexSans-italic.fntdata"/><Relationship Id="rId22" Type="http://schemas.openxmlformats.org/officeDocument/2006/relationships/font" Target="fonts/SoraSemiBold-regular.fntdata"/><Relationship Id="rId21" Type="http://schemas.openxmlformats.org/officeDocument/2006/relationships/font" Target="fonts/IBMPlexSans-boldItalic.fntdata"/><Relationship Id="rId24" Type="http://schemas.openxmlformats.org/officeDocument/2006/relationships/font" Target="fonts/IBMPlexSansMedium-regular.fntdata"/><Relationship Id="rId23" Type="http://schemas.openxmlformats.org/officeDocument/2006/relationships/font" Target="fonts/SoraSemiBold-bold.fntdata"/><Relationship Id="rId26" Type="http://schemas.openxmlformats.org/officeDocument/2006/relationships/font" Target="fonts/IBMPlexSansMedium-italic.fntdata"/><Relationship Id="rId25" Type="http://schemas.openxmlformats.org/officeDocument/2006/relationships/font" Target="fonts/IBMPlexSansMedium-bold.fntdata"/><Relationship Id="rId28" Type="http://schemas.openxmlformats.org/officeDocument/2006/relationships/font" Target="fonts/DellaRespira-regular.fntdata"/><Relationship Id="rId27" Type="http://schemas.openxmlformats.org/officeDocument/2006/relationships/font" Target="fonts/IBMPlexSansMedium-boldItalic.fntdata"/><Relationship Id="rId29" Type="http://schemas.openxmlformats.org/officeDocument/2006/relationships/font" Target="fonts/SoraLight-regular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font" Target="fonts/Sora-bold.fntdata"/><Relationship Id="rId16" Type="http://schemas.openxmlformats.org/officeDocument/2006/relationships/font" Target="fonts/Sora-regular.fntdata"/><Relationship Id="rId19" Type="http://schemas.openxmlformats.org/officeDocument/2006/relationships/font" Target="fonts/IBMPlexSans-bold.fntdata"/><Relationship Id="rId18" Type="http://schemas.openxmlformats.org/officeDocument/2006/relationships/font" Target="fonts/IBMPlexSans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3" name="Shape 1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4" name="Google Shape;1334;g3dc33ca96ca_0_23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5" name="Google Shape;1335;g3dc33ca96ca_0_23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0" name="Shape 1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" name="Google Shape;1341;g3dc33ca96ca_0_32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2" name="Google Shape;1342;g3dc33ca96ca_0_3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8" name="Shape 1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9" name="Google Shape;1349;g3e7a94918e9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0" name="Google Shape;1350;g3e7a94918e9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6" name="Shape 1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7" name="Google Shape;1357;g3dd75abc410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8" name="Google Shape;1358;g3dd75abc410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5" name="Shape 1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6" name="Google Shape;1366;g3dc33ca96ca_0_33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7" name="Google Shape;1367;g3dc33ca96ca_0_33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4" name="Shape 1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5" name="Google Shape;1375;g3e7a94918e9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6" name="Google Shape;1376;g3e7a94918e9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0" name="Shape 1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1" name="Google Shape;1381;g3dc33ca96ca_0_38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2" name="Google Shape;1382;g3dc33ca96ca_0_38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3"/>
              <a:buFont typeface="Song Myung"/>
              <a:buNone/>
            </a:pPr>
            <a:r>
              <a:rPr b="1" lang="en" sz="1200">
                <a:latin typeface="Song Myung"/>
                <a:ea typeface="Song Myung"/>
                <a:cs typeface="Song Myung"/>
                <a:sym typeface="Song Myung"/>
              </a:rPr>
              <a:t>Vertical Analysis </a:t>
            </a:r>
            <a:endParaRPr b="1" sz="1200">
              <a:latin typeface="Song Myung"/>
              <a:ea typeface="Song Myung"/>
              <a:cs typeface="Song Myung"/>
              <a:sym typeface="Song Myung"/>
            </a:endParaRPr>
          </a:p>
          <a:p>
            <a:pPr indent="-244386" lvl="0" marL="336372" rtl="0" algn="l">
              <a:spcBef>
                <a:spcPts val="589"/>
              </a:spcBef>
              <a:spcAft>
                <a:spcPts val="0"/>
              </a:spcAft>
              <a:buSzPts val="1200"/>
              <a:buFont typeface="Song Myung"/>
              <a:buChar char="●"/>
            </a:pPr>
            <a:r>
              <a:rPr lang="en" sz="1200">
                <a:latin typeface="Song Myung"/>
                <a:ea typeface="Song Myung"/>
                <a:cs typeface="Song Myung"/>
                <a:sym typeface="Song Myung"/>
              </a:rPr>
              <a:t>Performance improves with model complexity </a:t>
            </a:r>
            <a:endParaRPr sz="1200">
              <a:latin typeface="Song Myung"/>
              <a:ea typeface="Song Myung"/>
              <a:cs typeface="Song Myung"/>
              <a:sym typeface="Song Myung"/>
            </a:endParaRPr>
          </a:p>
          <a:p>
            <a:pPr indent="-244386" lvl="0" marL="336372" rtl="0" algn="l">
              <a:spcBef>
                <a:spcPts val="0"/>
              </a:spcBef>
              <a:spcAft>
                <a:spcPts val="0"/>
              </a:spcAft>
              <a:buSzPts val="1200"/>
              <a:buFont typeface="Song Myung"/>
              <a:buChar char="●"/>
            </a:pPr>
            <a:r>
              <a:rPr lang="en" sz="1200">
                <a:latin typeface="Song Myung"/>
                <a:ea typeface="Song Myung"/>
                <a:cs typeface="Song Myung"/>
                <a:sym typeface="Song Myung"/>
              </a:rPr>
              <a:t>Largest gain from Logistic → Random Forest </a:t>
            </a:r>
            <a:endParaRPr sz="1200">
              <a:latin typeface="Song Myung"/>
              <a:ea typeface="Song Myung"/>
              <a:cs typeface="Song Myung"/>
              <a:sym typeface="Song Myung"/>
            </a:endParaRPr>
          </a:p>
          <a:p>
            <a:pPr indent="-244386" lvl="0" marL="336372" rtl="0" algn="l">
              <a:spcBef>
                <a:spcPts val="0"/>
              </a:spcBef>
              <a:spcAft>
                <a:spcPts val="0"/>
              </a:spcAft>
              <a:buSzPts val="1200"/>
              <a:buFont typeface="Song Myung"/>
              <a:buChar char="●"/>
            </a:pPr>
            <a:r>
              <a:rPr lang="en" sz="1200">
                <a:latin typeface="Song Myung"/>
                <a:ea typeface="Song Myung"/>
                <a:cs typeface="Song Myung"/>
                <a:sym typeface="Song Myung"/>
              </a:rPr>
              <a:t>XGBoost provides marginal additional improvement</a:t>
            </a:r>
            <a:endParaRPr sz="1200">
              <a:latin typeface="Song Myung"/>
              <a:ea typeface="Song Myung"/>
              <a:cs typeface="Song Myung"/>
              <a:sym typeface="Song Myung"/>
            </a:endParaRPr>
          </a:p>
          <a:p>
            <a:pPr indent="0" lvl="0" marL="0" rtl="0" algn="l">
              <a:spcBef>
                <a:spcPts val="589"/>
              </a:spcBef>
              <a:spcAft>
                <a:spcPts val="0"/>
              </a:spcAft>
              <a:buNone/>
            </a:pPr>
            <a:r>
              <a:rPr b="1" lang="en" sz="1200">
                <a:latin typeface="Song Myung"/>
                <a:ea typeface="Song Myung"/>
                <a:cs typeface="Song Myung"/>
                <a:sym typeface="Song Myung"/>
              </a:rPr>
              <a:t>Horizontal Analysis </a:t>
            </a:r>
            <a:endParaRPr b="1" sz="1200">
              <a:latin typeface="Song Myung"/>
              <a:ea typeface="Song Myung"/>
              <a:cs typeface="Song Myung"/>
              <a:sym typeface="Song Myung"/>
            </a:endParaRPr>
          </a:p>
          <a:p>
            <a:pPr indent="-244386" lvl="0" marL="336372" rtl="0" algn="l">
              <a:spcBef>
                <a:spcPts val="589"/>
              </a:spcBef>
              <a:spcAft>
                <a:spcPts val="0"/>
              </a:spcAft>
              <a:buSzPts val="1200"/>
              <a:buFont typeface="Song Myung"/>
              <a:buChar char="●"/>
            </a:pPr>
            <a:r>
              <a:rPr lang="en" sz="1200">
                <a:latin typeface="Song Myung"/>
                <a:ea typeface="Song Myung"/>
                <a:cs typeface="Song Myung"/>
                <a:sym typeface="Song Myung"/>
              </a:rPr>
              <a:t>Ensemble models outperform linear baseline </a:t>
            </a:r>
            <a:endParaRPr sz="1200">
              <a:latin typeface="Song Myung"/>
              <a:ea typeface="Song Myung"/>
              <a:cs typeface="Song Myung"/>
              <a:sym typeface="Song Myung"/>
            </a:endParaRPr>
          </a:p>
          <a:p>
            <a:pPr indent="-244386" lvl="0" marL="336372" rtl="0" algn="l">
              <a:spcBef>
                <a:spcPts val="0"/>
              </a:spcBef>
              <a:spcAft>
                <a:spcPts val="0"/>
              </a:spcAft>
              <a:buSzPts val="1200"/>
              <a:buFont typeface="Song Myung"/>
              <a:buChar char="●"/>
            </a:pPr>
            <a:r>
              <a:rPr lang="en" sz="1200">
                <a:latin typeface="Song Myung"/>
                <a:ea typeface="Song Myung"/>
                <a:cs typeface="Song Myung"/>
                <a:sym typeface="Song Myung"/>
              </a:rPr>
              <a:t>Non-linear models capture feature interactions better</a:t>
            </a:r>
            <a:endParaRPr sz="1200">
              <a:latin typeface="Song Myung"/>
              <a:ea typeface="Song Myung"/>
              <a:cs typeface="Song Myung"/>
              <a:sym typeface="Song Myung"/>
            </a:endParaRPr>
          </a:p>
          <a:p>
            <a:pPr indent="0" lvl="0" marL="0" rtl="0" algn="l">
              <a:spcBef>
                <a:spcPts val="589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Song Myung"/>
              <a:ea typeface="Song Myung"/>
              <a:cs typeface="Song Myung"/>
              <a:sym typeface="Song Myung"/>
            </a:endParaRPr>
          </a:p>
          <a:p>
            <a:pPr indent="0" lvl="0" marL="0" rtl="0" algn="l">
              <a:spcBef>
                <a:spcPts val="589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7" name="Shape 1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8" name="Google Shape;1388;g3dc33ca96ca_0_38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9" name="Google Shape;1389;g3dc33ca96ca_0_38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CUSTOM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950" y="284775"/>
            <a:ext cx="8598900" cy="24789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274950" y="2975835"/>
            <a:ext cx="4201200" cy="1313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12" name="Google Shape;12;p2"/>
          <p:cNvSpPr/>
          <p:nvPr/>
        </p:nvSpPr>
        <p:spPr>
          <a:xfrm>
            <a:off x="274950" y="4501727"/>
            <a:ext cx="8598900" cy="357000"/>
          </a:xfrm>
          <a:prstGeom prst="roundRect">
            <a:avLst>
              <a:gd fmla="val 34148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Della Respira"/>
              <a:ea typeface="Della Respira"/>
              <a:cs typeface="Della Respira"/>
              <a:sym typeface="Della Respira"/>
            </a:endParaRPr>
          </a:p>
        </p:txBody>
      </p:sp>
      <p:sp>
        <p:nvSpPr>
          <p:cNvPr id="13" name="Google Shape;13;p2"/>
          <p:cNvSpPr txBox="1"/>
          <p:nvPr>
            <p:ph type="title"/>
          </p:nvPr>
        </p:nvSpPr>
        <p:spPr>
          <a:xfrm>
            <a:off x="274725" y="312763"/>
            <a:ext cx="8598900" cy="247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274725" y="2971100"/>
            <a:ext cx="4213200" cy="131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2" type="subTitle"/>
          </p:nvPr>
        </p:nvSpPr>
        <p:spPr>
          <a:xfrm>
            <a:off x="279625" y="4509075"/>
            <a:ext cx="85989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CUSTOM_16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/>
          <p:nvPr/>
        </p:nvSpPr>
        <p:spPr>
          <a:xfrm>
            <a:off x="274950" y="1318300"/>
            <a:ext cx="8598900" cy="24789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274725" y="1346288"/>
            <a:ext cx="8598900" cy="247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duction">
  <p:cSld name="CUSTOM_1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>
            <p:ph idx="2" type="pic"/>
          </p:nvPr>
        </p:nvSpPr>
        <p:spPr>
          <a:xfrm>
            <a:off x="4676850" y="1342250"/>
            <a:ext cx="4201200" cy="3510600"/>
          </a:xfrm>
          <a:prstGeom prst="roundRect">
            <a:avLst>
              <a:gd fmla="val 5775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" name="Google Shape;21;p4"/>
          <p:cNvSpPr/>
          <p:nvPr/>
        </p:nvSpPr>
        <p:spPr>
          <a:xfrm>
            <a:off x="274950" y="284775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/>
          <p:nvPr/>
        </p:nvSpPr>
        <p:spPr>
          <a:xfrm>
            <a:off x="274950" y="1348125"/>
            <a:ext cx="4201200" cy="3510600"/>
          </a:xfrm>
          <a:prstGeom prst="roundRect">
            <a:avLst>
              <a:gd fmla="val 5734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96350" y="1593900"/>
            <a:ext cx="3754200" cy="298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24" name="Google Shape;24;p4"/>
          <p:cNvSpPr txBox="1"/>
          <p:nvPr>
            <p:ph type="title"/>
          </p:nvPr>
        </p:nvSpPr>
        <p:spPr>
          <a:xfrm>
            <a:off x="272650" y="327115"/>
            <a:ext cx="8601300" cy="8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udents and Assigned Sections">
  <p:cSld name="CUSTOM_2">
    <p:bg>
      <p:bgPr>
        <a:solidFill>
          <a:schemeClr val="lt2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/>
          <p:nvPr>
            <p:ph idx="2" type="pic"/>
          </p:nvPr>
        </p:nvSpPr>
        <p:spPr>
          <a:xfrm>
            <a:off x="383625" y="1328875"/>
            <a:ext cx="1789200" cy="2277900"/>
          </a:xfrm>
          <a:prstGeom prst="ellipse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5"/>
          <p:cNvSpPr/>
          <p:nvPr/>
        </p:nvSpPr>
        <p:spPr>
          <a:xfrm>
            <a:off x="274950" y="284775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/>
          <p:nvPr/>
        </p:nvSpPr>
        <p:spPr>
          <a:xfrm>
            <a:off x="275100" y="3790950"/>
            <a:ext cx="1998300" cy="3489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9" name="Google Shape;29;p5"/>
          <p:cNvSpPr/>
          <p:nvPr/>
        </p:nvSpPr>
        <p:spPr>
          <a:xfrm>
            <a:off x="275100" y="4251701"/>
            <a:ext cx="1998300" cy="606900"/>
          </a:xfrm>
          <a:prstGeom prst="roundRect">
            <a:avLst>
              <a:gd fmla="val 17449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0" name="Google Shape;30;p5"/>
          <p:cNvSpPr/>
          <p:nvPr/>
        </p:nvSpPr>
        <p:spPr>
          <a:xfrm>
            <a:off x="2477850" y="4251701"/>
            <a:ext cx="1998300" cy="606900"/>
          </a:xfrm>
          <a:prstGeom prst="roundRect">
            <a:avLst>
              <a:gd fmla="val 17449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1" name="Google Shape;31;p5"/>
          <p:cNvSpPr/>
          <p:nvPr/>
        </p:nvSpPr>
        <p:spPr>
          <a:xfrm>
            <a:off x="4672725" y="4251701"/>
            <a:ext cx="1998300" cy="606900"/>
          </a:xfrm>
          <a:prstGeom prst="roundRect">
            <a:avLst>
              <a:gd fmla="val 17449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2" name="Google Shape;32;p5"/>
          <p:cNvSpPr/>
          <p:nvPr/>
        </p:nvSpPr>
        <p:spPr>
          <a:xfrm>
            <a:off x="6875475" y="4251701"/>
            <a:ext cx="1998300" cy="606900"/>
          </a:xfrm>
          <a:prstGeom prst="roundRect">
            <a:avLst>
              <a:gd fmla="val 17449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3" name="Google Shape;33;p5"/>
          <p:cNvSpPr/>
          <p:nvPr/>
        </p:nvSpPr>
        <p:spPr>
          <a:xfrm>
            <a:off x="2477850" y="3790950"/>
            <a:ext cx="1998300" cy="3489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34" name="Google Shape;34;p5"/>
          <p:cNvSpPr/>
          <p:nvPr/>
        </p:nvSpPr>
        <p:spPr>
          <a:xfrm>
            <a:off x="4676663" y="3790950"/>
            <a:ext cx="1998300" cy="3489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35" name="Google Shape;35;p5"/>
          <p:cNvSpPr/>
          <p:nvPr/>
        </p:nvSpPr>
        <p:spPr>
          <a:xfrm>
            <a:off x="6875475" y="3790950"/>
            <a:ext cx="1998300" cy="3489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36" name="Google Shape;36;p5"/>
          <p:cNvSpPr txBox="1"/>
          <p:nvPr>
            <p:ph type="title"/>
          </p:nvPr>
        </p:nvSpPr>
        <p:spPr>
          <a:xfrm>
            <a:off x="272650" y="327115"/>
            <a:ext cx="8601300" cy="8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9pPr>
          </a:lstStyle>
          <a:p/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274950" y="3791100"/>
            <a:ext cx="1998300" cy="34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38" name="Google Shape;38;p5"/>
          <p:cNvSpPr txBox="1"/>
          <p:nvPr>
            <p:ph idx="3" type="subTitle"/>
          </p:nvPr>
        </p:nvSpPr>
        <p:spPr>
          <a:xfrm>
            <a:off x="2475813" y="3791100"/>
            <a:ext cx="1998300" cy="34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39" name="Google Shape;39;p5"/>
          <p:cNvSpPr txBox="1"/>
          <p:nvPr>
            <p:ph idx="4" type="subTitle"/>
          </p:nvPr>
        </p:nvSpPr>
        <p:spPr>
          <a:xfrm>
            <a:off x="4675638" y="3791100"/>
            <a:ext cx="1998300" cy="34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40" name="Google Shape;40;p5"/>
          <p:cNvSpPr txBox="1"/>
          <p:nvPr>
            <p:ph idx="5" type="subTitle"/>
          </p:nvPr>
        </p:nvSpPr>
        <p:spPr>
          <a:xfrm>
            <a:off x="6875488" y="3791100"/>
            <a:ext cx="1998300" cy="34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41" name="Google Shape;41;p5"/>
          <p:cNvSpPr txBox="1"/>
          <p:nvPr>
            <p:ph idx="6" type="subTitle"/>
          </p:nvPr>
        </p:nvSpPr>
        <p:spPr>
          <a:xfrm>
            <a:off x="274950" y="4251700"/>
            <a:ext cx="1998300" cy="60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9pPr>
          </a:lstStyle>
          <a:p/>
        </p:txBody>
      </p:sp>
      <p:sp>
        <p:nvSpPr>
          <p:cNvPr id="42" name="Google Shape;42;p5"/>
          <p:cNvSpPr txBox="1"/>
          <p:nvPr>
            <p:ph idx="7" type="subTitle"/>
          </p:nvPr>
        </p:nvSpPr>
        <p:spPr>
          <a:xfrm>
            <a:off x="2477850" y="4251700"/>
            <a:ext cx="1998300" cy="60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9pPr>
          </a:lstStyle>
          <a:p/>
        </p:txBody>
      </p:sp>
      <p:sp>
        <p:nvSpPr>
          <p:cNvPr id="43" name="Google Shape;43;p5"/>
          <p:cNvSpPr txBox="1"/>
          <p:nvPr>
            <p:ph idx="8" type="subTitle"/>
          </p:nvPr>
        </p:nvSpPr>
        <p:spPr>
          <a:xfrm>
            <a:off x="4676663" y="4251700"/>
            <a:ext cx="1998300" cy="60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9pPr>
          </a:lstStyle>
          <a:p/>
        </p:txBody>
      </p:sp>
      <p:sp>
        <p:nvSpPr>
          <p:cNvPr id="44" name="Google Shape;44;p5"/>
          <p:cNvSpPr txBox="1"/>
          <p:nvPr>
            <p:ph idx="9" type="subTitle"/>
          </p:nvPr>
        </p:nvSpPr>
        <p:spPr>
          <a:xfrm>
            <a:off x="6867588" y="4251700"/>
            <a:ext cx="1998300" cy="60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9pPr>
          </a:lstStyle>
          <a:p/>
        </p:txBody>
      </p:sp>
      <p:sp>
        <p:nvSpPr>
          <p:cNvPr id="45" name="Google Shape;45;p5"/>
          <p:cNvSpPr/>
          <p:nvPr>
            <p:ph idx="13" type="pic"/>
          </p:nvPr>
        </p:nvSpPr>
        <p:spPr>
          <a:xfrm>
            <a:off x="2579800" y="1328875"/>
            <a:ext cx="1789200" cy="2277900"/>
          </a:xfrm>
          <a:prstGeom prst="ellipse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" name="Google Shape;46;p5"/>
          <p:cNvSpPr/>
          <p:nvPr>
            <p:ph idx="14" type="pic"/>
          </p:nvPr>
        </p:nvSpPr>
        <p:spPr>
          <a:xfrm>
            <a:off x="4775975" y="1328875"/>
            <a:ext cx="1789200" cy="2277900"/>
          </a:xfrm>
          <a:prstGeom prst="ellipse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" name="Google Shape;47;p5"/>
          <p:cNvSpPr/>
          <p:nvPr>
            <p:ph idx="15" type="pic"/>
          </p:nvPr>
        </p:nvSpPr>
        <p:spPr>
          <a:xfrm>
            <a:off x="6972150" y="1328875"/>
            <a:ext cx="1789200" cy="2277900"/>
          </a:xfrm>
          <a:prstGeom prst="ellipse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3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/>
          <p:nvPr/>
        </p:nvSpPr>
        <p:spPr>
          <a:xfrm>
            <a:off x="274950" y="284775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6"/>
          <p:cNvSpPr/>
          <p:nvPr/>
        </p:nvSpPr>
        <p:spPr>
          <a:xfrm>
            <a:off x="1655875" y="1348125"/>
            <a:ext cx="7218000" cy="543300"/>
          </a:xfrm>
          <a:prstGeom prst="roundRect">
            <a:avLst>
              <a:gd fmla="val 32052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51" name="Google Shape;51;p6"/>
          <p:cNvSpPr/>
          <p:nvPr/>
        </p:nvSpPr>
        <p:spPr>
          <a:xfrm>
            <a:off x="1655875" y="2100369"/>
            <a:ext cx="7218000" cy="543300"/>
          </a:xfrm>
          <a:prstGeom prst="roundRect">
            <a:avLst>
              <a:gd fmla="val 32052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52" name="Google Shape;52;p6"/>
          <p:cNvSpPr/>
          <p:nvPr/>
        </p:nvSpPr>
        <p:spPr>
          <a:xfrm>
            <a:off x="1655875" y="2837025"/>
            <a:ext cx="7218000" cy="543300"/>
          </a:xfrm>
          <a:prstGeom prst="roundRect">
            <a:avLst>
              <a:gd fmla="val 32052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53" name="Google Shape;53;p6"/>
          <p:cNvSpPr/>
          <p:nvPr/>
        </p:nvSpPr>
        <p:spPr>
          <a:xfrm>
            <a:off x="1655875" y="3573669"/>
            <a:ext cx="7218000" cy="543300"/>
          </a:xfrm>
          <a:prstGeom prst="roundRect">
            <a:avLst>
              <a:gd fmla="val 32052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54" name="Google Shape;54;p6"/>
          <p:cNvSpPr/>
          <p:nvPr/>
        </p:nvSpPr>
        <p:spPr>
          <a:xfrm>
            <a:off x="1655875" y="4315525"/>
            <a:ext cx="7218000" cy="543300"/>
          </a:xfrm>
          <a:prstGeom prst="roundRect">
            <a:avLst>
              <a:gd fmla="val 32052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55" name="Google Shape;55;p6"/>
          <p:cNvSpPr/>
          <p:nvPr/>
        </p:nvSpPr>
        <p:spPr>
          <a:xfrm>
            <a:off x="274950" y="1348075"/>
            <a:ext cx="1197900" cy="5433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3715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00"/>
          </a:p>
        </p:txBody>
      </p:sp>
      <p:sp>
        <p:nvSpPr>
          <p:cNvPr id="56" name="Google Shape;56;p6"/>
          <p:cNvSpPr/>
          <p:nvPr/>
        </p:nvSpPr>
        <p:spPr>
          <a:xfrm>
            <a:off x="274950" y="2092550"/>
            <a:ext cx="1197900" cy="5433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371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</p:txBody>
      </p:sp>
      <p:sp>
        <p:nvSpPr>
          <p:cNvPr id="57" name="Google Shape;57;p6"/>
          <p:cNvSpPr/>
          <p:nvPr/>
        </p:nvSpPr>
        <p:spPr>
          <a:xfrm>
            <a:off x="274950" y="2837025"/>
            <a:ext cx="1197900" cy="5433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371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</p:txBody>
      </p:sp>
      <p:sp>
        <p:nvSpPr>
          <p:cNvPr id="58" name="Google Shape;58;p6"/>
          <p:cNvSpPr/>
          <p:nvPr/>
        </p:nvSpPr>
        <p:spPr>
          <a:xfrm>
            <a:off x="274950" y="3573675"/>
            <a:ext cx="1197900" cy="5433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3715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</p:txBody>
      </p:sp>
      <p:sp>
        <p:nvSpPr>
          <p:cNvPr id="59" name="Google Shape;59;p6"/>
          <p:cNvSpPr/>
          <p:nvPr/>
        </p:nvSpPr>
        <p:spPr>
          <a:xfrm>
            <a:off x="274950" y="4310325"/>
            <a:ext cx="1197900" cy="5433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3715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</p:txBody>
      </p:sp>
      <p:sp>
        <p:nvSpPr>
          <p:cNvPr id="60" name="Google Shape;60;p6"/>
          <p:cNvSpPr txBox="1"/>
          <p:nvPr>
            <p:ph type="title"/>
          </p:nvPr>
        </p:nvSpPr>
        <p:spPr>
          <a:xfrm>
            <a:off x="272650" y="327115"/>
            <a:ext cx="8601300" cy="8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9pPr>
          </a:lstStyle>
          <a:p/>
        </p:txBody>
      </p:sp>
      <p:sp>
        <p:nvSpPr>
          <p:cNvPr id="61" name="Google Shape;61;p6"/>
          <p:cNvSpPr txBox="1"/>
          <p:nvPr>
            <p:ph idx="1" type="subTitle"/>
          </p:nvPr>
        </p:nvSpPr>
        <p:spPr>
          <a:xfrm>
            <a:off x="1655875" y="1348075"/>
            <a:ext cx="7218000" cy="54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62" name="Google Shape;62;p6"/>
          <p:cNvSpPr txBox="1"/>
          <p:nvPr>
            <p:ph idx="2" type="subTitle"/>
          </p:nvPr>
        </p:nvSpPr>
        <p:spPr>
          <a:xfrm>
            <a:off x="1655875" y="2092550"/>
            <a:ext cx="7218000" cy="54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63" name="Google Shape;63;p6"/>
          <p:cNvSpPr txBox="1"/>
          <p:nvPr>
            <p:ph idx="3" type="subTitle"/>
          </p:nvPr>
        </p:nvSpPr>
        <p:spPr>
          <a:xfrm>
            <a:off x="1655875" y="2837025"/>
            <a:ext cx="7218000" cy="54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64" name="Google Shape;64;p6"/>
          <p:cNvSpPr txBox="1"/>
          <p:nvPr>
            <p:ph idx="4" type="subTitle"/>
          </p:nvPr>
        </p:nvSpPr>
        <p:spPr>
          <a:xfrm>
            <a:off x="1655875" y="3576275"/>
            <a:ext cx="7218000" cy="54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65" name="Google Shape;65;p6"/>
          <p:cNvSpPr txBox="1"/>
          <p:nvPr>
            <p:ph idx="5" type="subTitle"/>
          </p:nvPr>
        </p:nvSpPr>
        <p:spPr>
          <a:xfrm>
            <a:off x="1655875" y="4315525"/>
            <a:ext cx="7218000" cy="54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66" name="Google Shape;66;p6"/>
          <p:cNvSpPr txBox="1"/>
          <p:nvPr>
            <p:ph idx="6" type="subTitle"/>
          </p:nvPr>
        </p:nvSpPr>
        <p:spPr>
          <a:xfrm flipH="1">
            <a:off x="91975" y="1369047"/>
            <a:ext cx="1563900" cy="54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67" name="Google Shape;67;p6"/>
          <p:cNvSpPr txBox="1"/>
          <p:nvPr>
            <p:ph idx="7" type="subTitle"/>
          </p:nvPr>
        </p:nvSpPr>
        <p:spPr>
          <a:xfrm flipH="1">
            <a:off x="91975" y="2113547"/>
            <a:ext cx="1563900" cy="54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68" name="Google Shape;68;p6"/>
          <p:cNvSpPr txBox="1"/>
          <p:nvPr>
            <p:ph idx="8" type="subTitle"/>
          </p:nvPr>
        </p:nvSpPr>
        <p:spPr>
          <a:xfrm flipH="1">
            <a:off x="91975" y="2854085"/>
            <a:ext cx="1563900" cy="54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69" name="Google Shape;69;p6"/>
          <p:cNvSpPr txBox="1"/>
          <p:nvPr>
            <p:ph idx="9" type="subTitle"/>
          </p:nvPr>
        </p:nvSpPr>
        <p:spPr>
          <a:xfrm flipH="1">
            <a:off x="91975" y="3592685"/>
            <a:ext cx="1563900" cy="54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70" name="Google Shape;70;p6"/>
          <p:cNvSpPr txBox="1"/>
          <p:nvPr>
            <p:ph idx="13" type="subTitle"/>
          </p:nvPr>
        </p:nvSpPr>
        <p:spPr>
          <a:xfrm flipH="1">
            <a:off x="91975" y="4336485"/>
            <a:ext cx="1563900" cy="54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orybook 1">
  <p:cSld name="CUSTOM_4">
    <p:bg>
      <p:bgPr>
        <a:solidFill>
          <a:schemeClr val="dk2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7"/>
          <p:cNvSpPr/>
          <p:nvPr>
            <p:ph idx="2" type="pic"/>
          </p:nvPr>
        </p:nvSpPr>
        <p:spPr>
          <a:xfrm>
            <a:off x="4676850" y="279050"/>
            <a:ext cx="4201200" cy="4573800"/>
          </a:xfrm>
          <a:prstGeom prst="roundRect">
            <a:avLst>
              <a:gd fmla="val 4826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7"/>
          <p:cNvSpPr/>
          <p:nvPr/>
        </p:nvSpPr>
        <p:spPr>
          <a:xfrm>
            <a:off x="274950" y="1164975"/>
            <a:ext cx="4201200" cy="36936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74" name="Google Shape;74;p7"/>
          <p:cNvSpPr txBox="1"/>
          <p:nvPr>
            <p:ph idx="1" type="body"/>
          </p:nvPr>
        </p:nvSpPr>
        <p:spPr>
          <a:xfrm>
            <a:off x="510325" y="1412150"/>
            <a:ext cx="3733200" cy="316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75" name="Google Shape;75;p7"/>
          <p:cNvSpPr/>
          <p:nvPr/>
        </p:nvSpPr>
        <p:spPr>
          <a:xfrm>
            <a:off x="274950" y="284775"/>
            <a:ext cx="4201200" cy="704400"/>
          </a:xfrm>
          <a:prstGeom prst="roundRect">
            <a:avLst>
              <a:gd fmla="val 25275" name="adj"/>
            </a:avLst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"/>
          </a:p>
        </p:txBody>
      </p:sp>
      <p:sp>
        <p:nvSpPr>
          <p:cNvPr id="76" name="Google Shape;76;p7"/>
          <p:cNvSpPr txBox="1"/>
          <p:nvPr>
            <p:ph type="title"/>
          </p:nvPr>
        </p:nvSpPr>
        <p:spPr>
          <a:xfrm>
            <a:off x="272650" y="327125"/>
            <a:ext cx="4201200" cy="66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9pPr>
          </a:lstStyle>
          <a:p/>
        </p:txBody>
      </p:sp>
      <p:sp>
        <p:nvSpPr>
          <p:cNvPr id="77" name="Google Shape;77;p7"/>
          <p:cNvSpPr/>
          <p:nvPr/>
        </p:nvSpPr>
        <p:spPr>
          <a:xfrm>
            <a:off x="8008325" y="109825"/>
            <a:ext cx="1018200" cy="3957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097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</p:txBody>
      </p:sp>
      <p:sp>
        <p:nvSpPr>
          <p:cNvPr id="78" name="Google Shape;78;p7"/>
          <p:cNvSpPr txBox="1"/>
          <p:nvPr>
            <p:ph idx="3" type="subTitle"/>
          </p:nvPr>
        </p:nvSpPr>
        <p:spPr>
          <a:xfrm>
            <a:off x="8008325" y="109825"/>
            <a:ext cx="1018200" cy="39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Font typeface="Della Respira"/>
              <a:buNone/>
              <a:defRPr b="1" sz="11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orybook 2">
  <p:cSld name="CUSTOM_5">
    <p:bg>
      <p:bgPr>
        <a:solidFill>
          <a:schemeClr val="lt2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8"/>
          <p:cNvSpPr/>
          <p:nvPr>
            <p:ph idx="2" type="pic"/>
          </p:nvPr>
        </p:nvSpPr>
        <p:spPr>
          <a:xfrm>
            <a:off x="6781525" y="279050"/>
            <a:ext cx="2096400" cy="4573800"/>
          </a:xfrm>
          <a:prstGeom prst="roundRect">
            <a:avLst>
              <a:gd fmla="val 965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8"/>
          <p:cNvSpPr/>
          <p:nvPr/>
        </p:nvSpPr>
        <p:spPr>
          <a:xfrm>
            <a:off x="274950" y="1164975"/>
            <a:ext cx="6304500" cy="3693600"/>
          </a:xfrm>
          <a:prstGeom prst="roundRect">
            <a:avLst>
              <a:gd fmla="val 5734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82" name="Google Shape;82;p8"/>
          <p:cNvSpPr txBox="1"/>
          <p:nvPr>
            <p:ph idx="1" type="body"/>
          </p:nvPr>
        </p:nvSpPr>
        <p:spPr>
          <a:xfrm>
            <a:off x="552284" y="1335950"/>
            <a:ext cx="5739600" cy="317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83" name="Google Shape;83;p8"/>
          <p:cNvSpPr/>
          <p:nvPr/>
        </p:nvSpPr>
        <p:spPr>
          <a:xfrm>
            <a:off x="274950" y="284775"/>
            <a:ext cx="3417900" cy="704400"/>
          </a:xfrm>
          <a:prstGeom prst="roundRect">
            <a:avLst>
              <a:gd fmla="val 25275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55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/>
          </a:p>
        </p:txBody>
      </p:sp>
      <p:sp>
        <p:nvSpPr>
          <p:cNvPr id="84" name="Google Shape;84;p8"/>
          <p:cNvSpPr txBox="1"/>
          <p:nvPr>
            <p:ph type="title"/>
          </p:nvPr>
        </p:nvSpPr>
        <p:spPr>
          <a:xfrm>
            <a:off x="272650" y="327125"/>
            <a:ext cx="3417900" cy="66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9pPr>
          </a:lstStyle>
          <a:p/>
        </p:txBody>
      </p:sp>
      <p:sp>
        <p:nvSpPr>
          <p:cNvPr id="85" name="Google Shape;85;p8"/>
          <p:cNvSpPr/>
          <p:nvPr/>
        </p:nvSpPr>
        <p:spPr>
          <a:xfrm>
            <a:off x="3890600" y="284775"/>
            <a:ext cx="2688900" cy="7044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097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/>
          </a:p>
        </p:txBody>
      </p:sp>
      <p:sp>
        <p:nvSpPr>
          <p:cNvPr id="86" name="Google Shape;86;p8"/>
          <p:cNvSpPr txBox="1"/>
          <p:nvPr>
            <p:ph idx="3" type="subTitle"/>
          </p:nvPr>
        </p:nvSpPr>
        <p:spPr>
          <a:xfrm>
            <a:off x="3890675" y="284775"/>
            <a:ext cx="2688900" cy="70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b="1"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orybook 3">
  <p:cSld name="CUSTOM_6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9"/>
          <p:cNvSpPr/>
          <p:nvPr/>
        </p:nvSpPr>
        <p:spPr>
          <a:xfrm>
            <a:off x="274950" y="1164975"/>
            <a:ext cx="8598900" cy="3693600"/>
          </a:xfrm>
          <a:prstGeom prst="roundRect">
            <a:avLst>
              <a:gd fmla="val 5734" name="adj"/>
            </a:avLst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89" name="Google Shape;89;p9"/>
          <p:cNvSpPr txBox="1"/>
          <p:nvPr>
            <p:ph idx="1" type="body"/>
          </p:nvPr>
        </p:nvSpPr>
        <p:spPr>
          <a:xfrm>
            <a:off x="552275" y="1405150"/>
            <a:ext cx="8060400" cy="318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90" name="Google Shape;90;p9"/>
          <p:cNvSpPr/>
          <p:nvPr/>
        </p:nvSpPr>
        <p:spPr>
          <a:xfrm>
            <a:off x="274950" y="284775"/>
            <a:ext cx="5719200" cy="704400"/>
          </a:xfrm>
          <a:prstGeom prst="roundRect">
            <a:avLst>
              <a:gd fmla="val 25275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55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/>
          </a:p>
        </p:txBody>
      </p:sp>
      <p:sp>
        <p:nvSpPr>
          <p:cNvPr id="91" name="Google Shape;91;p9"/>
          <p:cNvSpPr/>
          <p:nvPr/>
        </p:nvSpPr>
        <p:spPr>
          <a:xfrm>
            <a:off x="6184900" y="284775"/>
            <a:ext cx="2688900" cy="7044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097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/>
          </a:p>
        </p:txBody>
      </p:sp>
      <p:sp>
        <p:nvSpPr>
          <p:cNvPr id="92" name="Google Shape;92;p9"/>
          <p:cNvSpPr txBox="1"/>
          <p:nvPr>
            <p:ph type="title"/>
          </p:nvPr>
        </p:nvSpPr>
        <p:spPr>
          <a:xfrm>
            <a:off x="272650" y="327125"/>
            <a:ext cx="5719200" cy="66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9pPr>
          </a:lstStyle>
          <a:p/>
        </p:txBody>
      </p:sp>
      <p:sp>
        <p:nvSpPr>
          <p:cNvPr id="93" name="Google Shape;93;p9"/>
          <p:cNvSpPr/>
          <p:nvPr/>
        </p:nvSpPr>
        <p:spPr>
          <a:xfrm>
            <a:off x="109155" y="109825"/>
            <a:ext cx="1018200" cy="3957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097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</p:txBody>
      </p:sp>
      <p:sp>
        <p:nvSpPr>
          <p:cNvPr id="94" name="Google Shape;94;p9"/>
          <p:cNvSpPr txBox="1"/>
          <p:nvPr>
            <p:ph idx="2" type="subTitle"/>
          </p:nvPr>
        </p:nvSpPr>
        <p:spPr>
          <a:xfrm>
            <a:off x="109150" y="109825"/>
            <a:ext cx="1018200" cy="39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Font typeface="Della Respira"/>
              <a:buNone/>
              <a:defRPr b="1" sz="11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9"/>
          <p:cNvSpPr txBox="1"/>
          <p:nvPr>
            <p:ph idx="3" type="subTitle"/>
          </p:nvPr>
        </p:nvSpPr>
        <p:spPr>
          <a:xfrm>
            <a:off x="6184900" y="284775"/>
            <a:ext cx="2688900" cy="70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b="1"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udent Page 1">
  <p:cSld name="CUSTOM_7">
    <p:bg>
      <p:bgPr>
        <a:solidFill>
          <a:schemeClr val="dk2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0"/>
          <p:cNvSpPr/>
          <p:nvPr>
            <p:ph idx="2" type="pic"/>
          </p:nvPr>
        </p:nvSpPr>
        <p:spPr>
          <a:xfrm>
            <a:off x="274950" y="1159275"/>
            <a:ext cx="2096400" cy="3705000"/>
          </a:xfrm>
          <a:prstGeom prst="roundRect">
            <a:avLst>
              <a:gd fmla="val 11005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10"/>
          <p:cNvSpPr/>
          <p:nvPr/>
        </p:nvSpPr>
        <p:spPr>
          <a:xfrm>
            <a:off x="2547100" y="284775"/>
            <a:ext cx="6326700" cy="704400"/>
          </a:xfrm>
          <a:prstGeom prst="roundRect">
            <a:avLst>
              <a:gd fmla="val 25275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55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/>
          </a:p>
        </p:txBody>
      </p:sp>
      <p:sp>
        <p:nvSpPr>
          <p:cNvPr id="99" name="Google Shape;99;p10"/>
          <p:cNvSpPr/>
          <p:nvPr/>
        </p:nvSpPr>
        <p:spPr>
          <a:xfrm>
            <a:off x="2547100" y="1164975"/>
            <a:ext cx="6326700" cy="3693600"/>
          </a:xfrm>
          <a:prstGeom prst="roundRect">
            <a:avLst>
              <a:gd fmla="val 5734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100" name="Google Shape;100;p10"/>
          <p:cNvSpPr/>
          <p:nvPr/>
        </p:nvSpPr>
        <p:spPr>
          <a:xfrm>
            <a:off x="274950" y="284775"/>
            <a:ext cx="2096400" cy="704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097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/>
          </a:p>
        </p:txBody>
      </p:sp>
      <p:sp>
        <p:nvSpPr>
          <p:cNvPr id="101" name="Google Shape;101;p10"/>
          <p:cNvSpPr txBox="1"/>
          <p:nvPr/>
        </p:nvSpPr>
        <p:spPr>
          <a:xfrm>
            <a:off x="2840350" y="1414100"/>
            <a:ext cx="5740200" cy="31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2" name="Google Shape;102;p10"/>
          <p:cNvSpPr txBox="1"/>
          <p:nvPr>
            <p:ph idx="1" type="body"/>
          </p:nvPr>
        </p:nvSpPr>
        <p:spPr>
          <a:xfrm>
            <a:off x="2845275" y="1412150"/>
            <a:ext cx="5732400" cy="316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103" name="Google Shape;103;p10"/>
          <p:cNvSpPr txBox="1"/>
          <p:nvPr>
            <p:ph type="title"/>
          </p:nvPr>
        </p:nvSpPr>
        <p:spPr>
          <a:xfrm>
            <a:off x="2547100" y="327125"/>
            <a:ext cx="6326700" cy="66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9pPr>
          </a:lstStyle>
          <a:p/>
        </p:txBody>
      </p:sp>
      <p:sp>
        <p:nvSpPr>
          <p:cNvPr id="104" name="Google Shape;104;p10"/>
          <p:cNvSpPr txBox="1"/>
          <p:nvPr>
            <p:ph idx="3" type="subTitle"/>
          </p:nvPr>
        </p:nvSpPr>
        <p:spPr>
          <a:xfrm>
            <a:off x="274950" y="284775"/>
            <a:ext cx="2096400" cy="70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b="1"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udent Page 1 Alt">
  <p:cSld name="CUSTOM_7_1">
    <p:bg>
      <p:bgPr>
        <a:solidFill>
          <a:schemeClr val="dk2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1"/>
          <p:cNvSpPr/>
          <p:nvPr>
            <p:ph idx="2" type="pic"/>
          </p:nvPr>
        </p:nvSpPr>
        <p:spPr>
          <a:xfrm>
            <a:off x="2547100" y="1159275"/>
            <a:ext cx="6326700" cy="3705000"/>
          </a:xfrm>
          <a:prstGeom prst="roundRect">
            <a:avLst>
              <a:gd fmla="val 6538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11"/>
          <p:cNvSpPr txBox="1"/>
          <p:nvPr>
            <p:ph idx="1" type="body"/>
          </p:nvPr>
        </p:nvSpPr>
        <p:spPr>
          <a:xfrm>
            <a:off x="496375" y="1377200"/>
            <a:ext cx="1663800" cy="32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108" name="Google Shape;108;p11"/>
          <p:cNvSpPr/>
          <p:nvPr/>
        </p:nvSpPr>
        <p:spPr>
          <a:xfrm>
            <a:off x="2547100" y="284775"/>
            <a:ext cx="6326700" cy="704400"/>
          </a:xfrm>
          <a:prstGeom prst="roundRect">
            <a:avLst>
              <a:gd fmla="val 25275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55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/>
          </a:p>
        </p:txBody>
      </p:sp>
      <p:sp>
        <p:nvSpPr>
          <p:cNvPr id="109" name="Google Shape;109;p11"/>
          <p:cNvSpPr/>
          <p:nvPr/>
        </p:nvSpPr>
        <p:spPr>
          <a:xfrm>
            <a:off x="274950" y="284775"/>
            <a:ext cx="2096400" cy="704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097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/>
          </a:p>
        </p:txBody>
      </p:sp>
      <p:sp>
        <p:nvSpPr>
          <p:cNvPr id="110" name="Google Shape;110;p11"/>
          <p:cNvSpPr txBox="1"/>
          <p:nvPr>
            <p:ph type="title"/>
          </p:nvPr>
        </p:nvSpPr>
        <p:spPr>
          <a:xfrm>
            <a:off x="2547100" y="327125"/>
            <a:ext cx="6326700" cy="66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9pPr>
          </a:lstStyle>
          <a:p/>
        </p:txBody>
      </p:sp>
      <p:sp>
        <p:nvSpPr>
          <p:cNvPr id="111" name="Google Shape;111;p11"/>
          <p:cNvSpPr txBox="1"/>
          <p:nvPr>
            <p:ph idx="3" type="subTitle"/>
          </p:nvPr>
        </p:nvSpPr>
        <p:spPr>
          <a:xfrm>
            <a:off x="274950" y="284775"/>
            <a:ext cx="2096400" cy="70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b="1"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udent Page 1 Editable">
  <p:cSld name="CUSTOM_7_1_1">
    <p:bg>
      <p:bgPr>
        <a:solidFill>
          <a:schemeClr val="dk2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2"/>
          <p:cNvSpPr/>
          <p:nvPr>
            <p:ph idx="2" type="pic"/>
          </p:nvPr>
        </p:nvSpPr>
        <p:spPr>
          <a:xfrm>
            <a:off x="4672600" y="1159275"/>
            <a:ext cx="4201200" cy="3705000"/>
          </a:xfrm>
          <a:prstGeom prst="roundRect">
            <a:avLst>
              <a:gd fmla="val 6294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12"/>
          <p:cNvSpPr txBox="1"/>
          <p:nvPr>
            <p:ph idx="1" type="body"/>
          </p:nvPr>
        </p:nvSpPr>
        <p:spPr>
          <a:xfrm>
            <a:off x="496375" y="1377200"/>
            <a:ext cx="3772800" cy="32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115" name="Google Shape;115;p12"/>
          <p:cNvSpPr/>
          <p:nvPr/>
        </p:nvSpPr>
        <p:spPr>
          <a:xfrm>
            <a:off x="2547100" y="284775"/>
            <a:ext cx="6326700" cy="704400"/>
          </a:xfrm>
          <a:prstGeom prst="roundRect">
            <a:avLst>
              <a:gd fmla="val 25275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55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/>
          </a:p>
        </p:txBody>
      </p:sp>
      <p:sp>
        <p:nvSpPr>
          <p:cNvPr id="116" name="Google Shape;116;p12"/>
          <p:cNvSpPr/>
          <p:nvPr/>
        </p:nvSpPr>
        <p:spPr>
          <a:xfrm>
            <a:off x="274950" y="284775"/>
            <a:ext cx="2096400" cy="704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097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/>
          </a:p>
        </p:txBody>
      </p:sp>
      <p:sp>
        <p:nvSpPr>
          <p:cNvPr id="117" name="Google Shape;117;p12"/>
          <p:cNvSpPr txBox="1"/>
          <p:nvPr>
            <p:ph type="title"/>
          </p:nvPr>
        </p:nvSpPr>
        <p:spPr>
          <a:xfrm>
            <a:off x="2547100" y="327125"/>
            <a:ext cx="6326700" cy="66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9pPr>
          </a:lstStyle>
          <a:p/>
        </p:txBody>
      </p:sp>
      <p:sp>
        <p:nvSpPr>
          <p:cNvPr id="118" name="Google Shape;118;p12"/>
          <p:cNvSpPr txBox="1"/>
          <p:nvPr>
            <p:ph idx="3" type="subTitle"/>
          </p:nvPr>
        </p:nvSpPr>
        <p:spPr>
          <a:xfrm>
            <a:off x="274950" y="284775"/>
            <a:ext cx="2096400" cy="70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b="1"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udent Page 2">
  <p:cSld name="CUSTOM_8">
    <p:bg>
      <p:bgPr>
        <a:solidFill>
          <a:schemeClr val="lt2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3"/>
          <p:cNvSpPr/>
          <p:nvPr>
            <p:ph idx="2" type="pic"/>
          </p:nvPr>
        </p:nvSpPr>
        <p:spPr>
          <a:xfrm>
            <a:off x="6777400" y="1159275"/>
            <a:ext cx="2096400" cy="3705000"/>
          </a:xfrm>
          <a:prstGeom prst="roundRect">
            <a:avLst>
              <a:gd fmla="val 11005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13"/>
          <p:cNvSpPr/>
          <p:nvPr/>
        </p:nvSpPr>
        <p:spPr>
          <a:xfrm>
            <a:off x="274950" y="1164975"/>
            <a:ext cx="6326700" cy="36936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122" name="Google Shape;122;p13"/>
          <p:cNvSpPr txBox="1"/>
          <p:nvPr>
            <p:ph idx="1" type="body"/>
          </p:nvPr>
        </p:nvSpPr>
        <p:spPr>
          <a:xfrm>
            <a:off x="545275" y="1321275"/>
            <a:ext cx="5795400" cy="330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123" name="Google Shape;123;p13"/>
          <p:cNvSpPr/>
          <p:nvPr/>
        </p:nvSpPr>
        <p:spPr>
          <a:xfrm>
            <a:off x="274950" y="284775"/>
            <a:ext cx="6326700" cy="704400"/>
          </a:xfrm>
          <a:prstGeom prst="roundRect">
            <a:avLst>
              <a:gd fmla="val 25275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55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/>
          </a:p>
        </p:txBody>
      </p:sp>
      <p:sp>
        <p:nvSpPr>
          <p:cNvPr id="124" name="Google Shape;124;p13"/>
          <p:cNvSpPr/>
          <p:nvPr/>
        </p:nvSpPr>
        <p:spPr>
          <a:xfrm>
            <a:off x="6777400" y="284775"/>
            <a:ext cx="2096400" cy="7044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097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/>
          </a:p>
        </p:txBody>
      </p:sp>
      <p:sp>
        <p:nvSpPr>
          <p:cNvPr id="125" name="Google Shape;125;p13"/>
          <p:cNvSpPr txBox="1"/>
          <p:nvPr>
            <p:ph type="title"/>
          </p:nvPr>
        </p:nvSpPr>
        <p:spPr>
          <a:xfrm>
            <a:off x="274950" y="327125"/>
            <a:ext cx="6326700" cy="66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9pPr>
          </a:lstStyle>
          <a:p/>
        </p:txBody>
      </p:sp>
      <p:sp>
        <p:nvSpPr>
          <p:cNvPr id="126" name="Google Shape;126;p13"/>
          <p:cNvSpPr txBox="1"/>
          <p:nvPr>
            <p:ph idx="3" type="subTitle"/>
          </p:nvPr>
        </p:nvSpPr>
        <p:spPr>
          <a:xfrm>
            <a:off x="6777400" y="284775"/>
            <a:ext cx="2096400" cy="70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b="1"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udent Page 3">
  <p:cSld name="CUSTOM_9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4"/>
          <p:cNvSpPr/>
          <p:nvPr>
            <p:ph idx="2" type="pic"/>
          </p:nvPr>
        </p:nvSpPr>
        <p:spPr>
          <a:xfrm>
            <a:off x="274950" y="284775"/>
            <a:ext cx="2096400" cy="3705000"/>
          </a:xfrm>
          <a:prstGeom prst="roundRect">
            <a:avLst>
              <a:gd fmla="val 11005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14"/>
          <p:cNvSpPr/>
          <p:nvPr/>
        </p:nvSpPr>
        <p:spPr>
          <a:xfrm>
            <a:off x="2547100" y="1164975"/>
            <a:ext cx="6326700" cy="3693600"/>
          </a:xfrm>
          <a:prstGeom prst="roundRect">
            <a:avLst>
              <a:gd fmla="val 5734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130" name="Google Shape;130;p14"/>
          <p:cNvSpPr txBox="1"/>
          <p:nvPr>
            <p:ph idx="1" type="body"/>
          </p:nvPr>
        </p:nvSpPr>
        <p:spPr>
          <a:xfrm>
            <a:off x="2819407" y="1323219"/>
            <a:ext cx="5795400" cy="330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131" name="Google Shape;131;p14"/>
          <p:cNvSpPr/>
          <p:nvPr/>
        </p:nvSpPr>
        <p:spPr>
          <a:xfrm>
            <a:off x="2547100" y="284775"/>
            <a:ext cx="6326700" cy="704400"/>
          </a:xfrm>
          <a:prstGeom prst="roundRect">
            <a:avLst>
              <a:gd fmla="val 25275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55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/>
          </a:p>
        </p:txBody>
      </p:sp>
      <p:sp>
        <p:nvSpPr>
          <p:cNvPr id="132" name="Google Shape;132;p14"/>
          <p:cNvSpPr/>
          <p:nvPr/>
        </p:nvSpPr>
        <p:spPr>
          <a:xfrm>
            <a:off x="274950" y="4154175"/>
            <a:ext cx="2096400" cy="704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097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/>
          </a:p>
        </p:txBody>
      </p:sp>
      <p:sp>
        <p:nvSpPr>
          <p:cNvPr id="133" name="Google Shape;133;p14"/>
          <p:cNvSpPr txBox="1"/>
          <p:nvPr>
            <p:ph type="title"/>
          </p:nvPr>
        </p:nvSpPr>
        <p:spPr>
          <a:xfrm>
            <a:off x="2547100" y="327125"/>
            <a:ext cx="6326700" cy="66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9pPr>
          </a:lstStyle>
          <a:p/>
        </p:txBody>
      </p:sp>
      <p:sp>
        <p:nvSpPr>
          <p:cNvPr id="134" name="Google Shape;134;p14"/>
          <p:cNvSpPr txBox="1"/>
          <p:nvPr>
            <p:ph idx="3" type="subTitle"/>
          </p:nvPr>
        </p:nvSpPr>
        <p:spPr>
          <a:xfrm>
            <a:off x="274950" y="4154175"/>
            <a:ext cx="2096400" cy="70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b="1"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udent Page 4">
  <p:cSld name="CUSTOM_10">
    <p:bg>
      <p:bgPr>
        <a:solidFill>
          <a:schemeClr val="accent2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5"/>
          <p:cNvSpPr/>
          <p:nvPr/>
        </p:nvSpPr>
        <p:spPr>
          <a:xfrm>
            <a:off x="274950" y="1164975"/>
            <a:ext cx="6326700" cy="3693600"/>
          </a:xfrm>
          <a:prstGeom prst="roundRect">
            <a:avLst>
              <a:gd fmla="val 5734" name="adj"/>
            </a:avLst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137" name="Google Shape;137;p15"/>
          <p:cNvSpPr txBox="1"/>
          <p:nvPr>
            <p:ph idx="1" type="body"/>
          </p:nvPr>
        </p:nvSpPr>
        <p:spPr>
          <a:xfrm>
            <a:off x="559275" y="1335950"/>
            <a:ext cx="5760300" cy="318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138" name="Google Shape;138;p15"/>
          <p:cNvSpPr/>
          <p:nvPr>
            <p:ph idx="2" type="pic"/>
          </p:nvPr>
        </p:nvSpPr>
        <p:spPr>
          <a:xfrm>
            <a:off x="6777400" y="284775"/>
            <a:ext cx="2096400" cy="3705000"/>
          </a:xfrm>
          <a:prstGeom prst="roundRect">
            <a:avLst>
              <a:gd fmla="val 11005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15"/>
          <p:cNvSpPr/>
          <p:nvPr/>
        </p:nvSpPr>
        <p:spPr>
          <a:xfrm>
            <a:off x="274950" y="284775"/>
            <a:ext cx="6326700" cy="704400"/>
          </a:xfrm>
          <a:prstGeom prst="roundRect">
            <a:avLst>
              <a:gd fmla="val 25275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55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/>
          </a:p>
        </p:txBody>
      </p:sp>
      <p:sp>
        <p:nvSpPr>
          <p:cNvPr id="140" name="Google Shape;140;p15"/>
          <p:cNvSpPr/>
          <p:nvPr/>
        </p:nvSpPr>
        <p:spPr>
          <a:xfrm>
            <a:off x="6777400" y="4154175"/>
            <a:ext cx="2096400" cy="7044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097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/>
          </a:p>
        </p:txBody>
      </p:sp>
      <p:sp>
        <p:nvSpPr>
          <p:cNvPr id="141" name="Google Shape;141;p15"/>
          <p:cNvSpPr txBox="1"/>
          <p:nvPr>
            <p:ph type="title"/>
          </p:nvPr>
        </p:nvSpPr>
        <p:spPr>
          <a:xfrm>
            <a:off x="274950" y="327125"/>
            <a:ext cx="6326700" cy="66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9pPr>
          </a:lstStyle>
          <a:p/>
        </p:txBody>
      </p:sp>
      <p:sp>
        <p:nvSpPr>
          <p:cNvPr id="142" name="Google Shape;142;p15"/>
          <p:cNvSpPr txBox="1"/>
          <p:nvPr>
            <p:ph idx="3" type="subTitle"/>
          </p:nvPr>
        </p:nvSpPr>
        <p:spPr>
          <a:xfrm>
            <a:off x="6777400" y="4154175"/>
            <a:ext cx="2096400" cy="70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b="1"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CUSTOM_11">
    <p:bg>
      <p:bgPr>
        <a:solidFill>
          <a:schemeClr val="dk2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6"/>
          <p:cNvSpPr/>
          <p:nvPr/>
        </p:nvSpPr>
        <p:spPr>
          <a:xfrm>
            <a:off x="4672650" y="1348125"/>
            <a:ext cx="4201200" cy="3510600"/>
          </a:xfrm>
          <a:prstGeom prst="roundRect">
            <a:avLst>
              <a:gd fmla="val 5734" name="adj"/>
            </a:avLst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145" name="Google Shape;145;p16"/>
          <p:cNvSpPr txBox="1"/>
          <p:nvPr>
            <p:ph idx="1" type="body"/>
          </p:nvPr>
        </p:nvSpPr>
        <p:spPr>
          <a:xfrm>
            <a:off x="4901050" y="1503725"/>
            <a:ext cx="3768000" cy="30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146" name="Google Shape;146;p16"/>
          <p:cNvSpPr/>
          <p:nvPr/>
        </p:nvSpPr>
        <p:spPr>
          <a:xfrm>
            <a:off x="274950" y="1348125"/>
            <a:ext cx="4201200" cy="35106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147" name="Google Shape;147;p16"/>
          <p:cNvSpPr txBox="1"/>
          <p:nvPr>
            <p:ph idx="2" type="body"/>
          </p:nvPr>
        </p:nvSpPr>
        <p:spPr>
          <a:xfrm>
            <a:off x="503350" y="1503725"/>
            <a:ext cx="3768000" cy="30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148" name="Google Shape;148;p16"/>
          <p:cNvSpPr/>
          <p:nvPr/>
        </p:nvSpPr>
        <p:spPr>
          <a:xfrm>
            <a:off x="274950" y="284775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149" name="Google Shape;149;p16"/>
          <p:cNvSpPr txBox="1"/>
          <p:nvPr>
            <p:ph type="title"/>
          </p:nvPr>
        </p:nvSpPr>
        <p:spPr>
          <a:xfrm>
            <a:off x="272650" y="327115"/>
            <a:ext cx="8601300" cy="8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udent Page 6">
  <p:cSld name="CUSTOM_12">
    <p:bg>
      <p:bgPr>
        <a:solidFill>
          <a:schemeClr val="lt2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7"/>
          <p:cNvSpPr/>
          <p:nvPr/>
        </p:nvSpPr>
        <p:spPr>
          <a:xfrm>
            <a:off x="4672650" y="1348125"/>
            <a:ext cx="4201200" cy="3510600"/>
          </a:xfrm>
          <a:prstGeom prst="roundRect">
            <a:avLst>
              <a:gd fmla="val 5734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152" name="Google Shape;152;p17"/>
          <p:cNvSpPr txBox="1"/>
          <p:nvPr>
            <p:ph idx="1" type="body"/>
          </p:nvPr>
        </p:nvSpPr>
        <p:spPr>
          <a:xfrm>
            <a:off x="4889250" y="1503725"/>
            <a:ext cx="3768000" cy="30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153" name="Google Shape;153;p17"/>
          <p:cNvSpPr/>
          <p:nvPr>
            <p:ph idx="2" type="pic"/>
          </p:nvPr>
        </p:nvSpPr>
        <p:spPr>
          <a:xfrm>
            <a:off x="274950" y="1352225"/>
            <a:ext cx="4201200" cy="3510600"/>
          </a:xfrm>
          <a:prstGeom prst="roundRect">
            <a:avLst>
              <a:gd fmla="val 5298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17"/>
          <p:cNvSpPr/>
          <p:nvPr/>
        </p:nvSpPr>
        <p:spPr>
          <a:xfrm>
            <a:off x="274950" y="284775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155" name="Google Shape;155;p17"/>
          <p:cNvSpPr/>
          <p:nvPr/>
        </p:nvSpPr>
        <p:spPr>
          <a:xfrm>
            <a:off x="7318600" y="109825"/>
            <a:ext cx="1705500" cy="3957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097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</p:txBody>
      </p:sp>
      <p:sp>
        <p:nvSpPr>
          <p:cNvPr id="156" name="Google Shape;156;p17"/>
          <p:cNvSpPr txBox="1"/>
          <p:nvPr>
            <p:ph type="title"/>
          </p:nvPr>
        </p:nvSpPr>
        <p:spPr>
          <a:xfrm>
            <a:off x="272650" y="327115"/>
            <a:ext cx="8601300" cy="8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9pPr>
          </a:lstStyle>
          <a:p/>
        </p:txBody>
      </p:sp>
      <p:sp>
        <p:nvSpPr>
          <p:cNvPr id="157" name="Google Shape;157;p17"/>
          <p:cNvSpPr txBox="1"/>
          <p:nvPr>
            <p:ph idx="3" type="subTitle"/>
          </p:nvPr>
        </p:nvSpPr>
        <p:spPr>
          <a:xfrm>
            <a:off x="7318600" y="109825"/>
            <a:ext cx="1705500" cy="39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Font typeface="Della Respira"/>
              <a:buNone/>
              <a:defRPr b="1" sz="11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mmary Slide">
  <p:cSld name="CUSTOM_13">
    <p:bg>
      <p:bgPr>
        <a:solidFill>
          <a:schemeClr val="dk2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8"/>
          <p:cNvSpPr/>
          <p:nvPr>
            <p:ph idx="2" type="pic"/>
          </p:nvPr>
        </p:nvSpPr>
        <p:spPr>
          <a:xfrm>
            <a:off x="6777400" y="1352225"/>
            <a:ext cx="2096400" cy="3510600"/>
          </a:xfrm>
          <a:prstGeom prst="roundRect">
            <a:avLst>
              <a:gd fmla="val 9180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18"/>
          <p:cNvSpPr/>
          <p:nvPr/>
        </p:nvSpPr>
        <p:spPr>
          <a:xfrm>
            <a:off x="274950" y="1348125"/>
            <a:ext cx="6285900" cy="3510600"/>
          </a:xfrm>
          <a:prstGeom prst="roundRect">
            <a:avLst>
              <a:gd fmla="val 5734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161" name="Google Shape;161;p18"/>
          <p:cNvSpPr txBox="1"/>
          <p:nvPr>
            <p:ph idx="1" type="body"/>
          </p:nvPr>
        </p:nvSpPr>
        <p:spPr>
          <a:xfrm>
            <a:off x="494800" y="1503725"/>
            <a:ext cx="5837700" cy="30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162" name="Google Shape;162;p18"/>
          <p:cNvSpPr/>
          <p:nvPr/>
        </p:nvSpPr>
        <p:spPr>
          <a:xfrm>
            <a:off x="274950" y="284775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8"/>
          <p:cNvSpPr txBox="1"/>
          <p:nvPr>
            <p:ph type="title"/>
          </p:nvPr>
        </p:nvSpPr>
        <p:spPr>
          <a:xfrm>
            <a:off x="272650" y="327115"/>
            <a:ext cx="8601300" cy="8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mmary Slide 2">
  <p:cSld name="CUSTOM_14">
    <p:bg>
      <p:bgPr>
        <a:solidFill>
          <a:schemeClr val="lt2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9"/>
          <p:cNvSpPr/>
          <p:nvPr/>
        </p:nvSpPr>
        <p:spPr>
          <a:xfrm>
            <a:off x="274950" y="284775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9"/>
          <p:cNvSpPr/>
          <p:nvPr/>
        </p:nvSpPr>
        <p:spPr>
          <a:xfrm>
            <a:off x="1134750" y="4315525"/>
            <a:ext cx="5434200" cy="543300"/>
          </a:xfrm>
          <a:prstGeom prst="roundRect">
            <a:avLst>
              <a:gd fmla="val 32052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182875" spcFirstLastPara="1" rIns="18287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600"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167" name="Google Shape;167;p19"/>
          <p:cNvSpPr/>
          <p:nvPr/>
        </p:nvSpPr>
        <p:spPr>
          <a:xfrm>
            <a:off x="274950" y="1348075"/>
            <a:ext cx="669300" cy="5433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3715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00"/>
          </a:p>
        </p:txBody>
      </p:sp>
      <p:sp>
        <p:nvSpPr>
          <p:cNvPr id="168" name="Google Shape;168;p19"/>
          <p:cNvSpPr/>
          <p:nvPr/>
        </p:nvSpPr>
        <p:spPr>
          <a:xfrm>
            <a:off x="274950" y="2837025"/>
            <a:ext cx="669300" cy="5433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3715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</p:txBody>
      </p:sp>
      <p:sp>
        <p:nvSpPr>
          <p:cNvPr id="169" name="Google Shape;169;p19"/>
          <p:cNvSpPr/>
          <p:nvPr/>
        </p:nvSpPr>
        <p:spPr>
          <a:xfrm>
            <a:off x="274950" y="4310325"/>
            <a:ext cx="669300" cy="5433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3715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</p:txBody>
      </p:sp>
      <p:sp>
        <p:nvSpPr>
          <p:cNvPr id="170" name="Google Shape;170;p19"/>
          <p:cNvSpPr/>
          <p:nvPr/>
        </p:nvSpPr>
        <p:spPr>
          <a:xfrm>
            <a:off x="1134750" y="1338000"/>
            <a:ext cx="5434200" cy="1300200"/>
          </a:xfrm>
          <a:prstGeom prst="roundRect">
            <a:avLst>
              <a:gd fmla="val 16928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182875" spcFirstLastPara="1" rIns="18287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171" name="Google Shape;171;p19"/>
          <p:cNvSpPr/>
          <p:nvPr/>
        </p:nvSpPr>
        <p:spPr>
          <a:xfrm>
            <a:off x="1134750" y="2826762"/>
            <a:ext cx="5434200" cy="1300200"/>
          </a:xfrm>
          <a:prstGeom prst="roundRect">
            <a:avLst>
              <a:gd fmla="val 16928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182875" spcFirstLastPara="1" rIns="18287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172" name="Google Shape;172;p19"/>
          <p:cNvSpPr txBox="1"/>
          <p:nvPr>
            <p:ph type="title"/>
          </p:nvPr>
        </p:nvSpPr>
        <p:spPr>
          <a:xfrm>
            <a:off x="272650" y="327115"/>
            <a:ext cx="8601300" cy="8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9pPr>
          </a:lstStyle>
          <a:p/>
        </p:txBody>
      </p:sp>
      <p:sp>
        <p:nvSpPr>
          <p:cNvPr id="173" name="Google Shape;173;p19"/>
          <p:cNvSpPr txBox="1"/>
          <p:nvPr>
            <p:ph idx="1" type="subTitle"/>
          </p:nvPr>
        </p:nvSpPr>
        <p:spPr>
          <a:xfrm flipH="1">
            <a:off x="-172350" y="1348072"/>
            <a:ext cx="1563900" cy="54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174" name="Google Shape;174;p19"/>
          <p:cNvSpPr txBox="1"/>
          <p:nvPr>
            <p:ph idx="2" type="subTitle"/>
          </p:nvPr>
        </p:nvSpPr>
        <p:spPr>
          <a:xfrm flipH="1">
            <a:off x="-172350" y="2829197"/>
            <a:ext cx="1563900" cy="54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175" name="Google Shape;175;p19"/>
          <p:cNvSpPr txBox="1"/>
          <p:nvPr>
            <p:ph idx="3" type="subTitle"/>
          </p:nvPr>
        </p:nvSpPr>
        <p:spPr>
          <a:xfrm flipH="1">
            <a:off x="-172350" y="4315497"/>
            <a:ext cx="1563900" cy="54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176" name="Google Shape;176;p19"/>
          <p:cNvSpPr txBox="1"/>
          <p:nvPr>
            <p:ph idx="4" type="body"/>
          </p:nvPr>
        </p:nvSpPr>
        <p:spPr>
          <a:xfrm>
            <a:off x="1134750" y="1348075"/>
            <a:ext cx="5434200" cy="13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177" name="Google Shape;177;p19"/>
          <p:cNvSpPr txBox="1"/>
          <p:nvPr>
            <p:ph idx="5" type="body"/>
          </p:nvPr>
        </p:nvSpPr>
        <p:spPr>
          <a:xfrm>
            <a:off x="1134750" y="2831788"/>
            <a:ext cx="5434200" cy="13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178" name="Google Shape;178;p19"/>
          <p:cNvSpPr txBox="1"/>
          <p:nvPr>
            <p:ph idx="6" type="body"/>
          </p:nvPr>
        </p:nvSpPr>
        <p:spPr>
          <a:xfrm>
            <a:off x="1134750" y="4310313"/>
            <a:ext cx="5434200" cy="54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179" name="Google Shape;179;p19"/>
          <p:cNvSpPr/>
          <p:nvPr>
            <p:ph idx="7" type="pic"/>
          </p:nvPr>
        </p:nvSpPr>
        <p:spPr>
          <a:xfrm>
            <a:off x="6777400" y="1352225"/>
            <a:ext cx="2096400" cy="3510600"/>
          </a:xfrm>
          <a:prstGeom prst="roundRect">
            <a:avLst>
              <a:gd fmla="val 9180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 Cover">
  <p:cSld name="CUSTOM_15">
    <p:bg>
      <p:bgPr>
        <a:solidFill>
          <a:schemeClr val="dk2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0"/>
          <p:cNvSpPr/>
          <p:nvPr>
            <p:ph idx="2" type="pic"/>
          </p:nvPr>
        </p:nvSpPr>
        <p:spPr>
          <a:xfrm>
            <a:off x="274950" y="284975"/>
            <a:ext cx="8598900" cy="1623300"/>
          </a:xfrm>
          <a:prstGeom prst="roundRect">
            <a:avLst>
              <a:gd fmla="val 14452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20"/>
          <p:cNvSpPr/>
          <p:nvPr>
            <p:ph idx="3" type="pic"/>
          </p:nvPr>
        </p:nvSpPr>
        <p:spPr>
          <a:xfrm>
            <a:off x="274950" y="3235225"/>
            <a:ext cx="8598900" cy="1623300"/>
          </a:xfrm>
          <a:prstGeom prst="roundRect">
            <a:avLst>
              <a:gd fmla="val 14452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p20"/>
          <p:cNvSpPr/>
          <p:nvPr/>
        </p:nvSpPr>
        <p:spPr>
          <a:xfrm>
            <a:off x="274950" y="2144550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20"/>
          <p:cNvSpPr txBox="1"/>
          <p:nvPr>
            <p:ph type="title"/>
          </p:nvPr>
        </p:nvSpPr>
        <p:spPr>
          <a:xfrm>
            <a:off x="272650" y="2189271"/>
            <a:ext cx="8601300" cy="8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 Cover with Names">
  <p:cSld name="CUSTOM_15_1">
    <p:bg>
      <p:bgPr>
        <a:solidFill>
          <a:schemeClr val="lt2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1"/>
          <p:cNvSpPr/>
          <p:nvPr>
            <p:ph idx="2" type="pic"/>
          </p:nvPr>
        </p:nvSpPr>
        <p:spPr>
          <a:xfrm>
            <a:off x="274950" y="3235225"/>
            <a:ext cx="4191900" cy="1623300"/>
          </a:xfrm>
          <a:prstGeom prst="roundRect">
            <a:avLst>
              <a:gd fmla="val 14452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21"/>
          <p:cNvSpPr/>
          <p:nvPr/>
        </p:nvSpPr>
        <p:spPr>
          <a:xfrm>
            <a:off x="274950" y="2144550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1"/>
          <p:cNvSpPr/>
          <p:nvPr/>
        </p:nvSpPr>
        <p:spPr>
          <a:xfrm>
            <a:off x="4681900" y="3235222"/>
            <a:ext cx="4191900" cy="1623300"/>
          </a:xfrm>
          <a:prstGeom prst="roundRect">
            <a:avLst>
              <a:gd fmla="val 16928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Della Respira"/>
              <a:ea typeface="Della Respira"/>
              <a:cs typeface="Della Respira"/>
              <a:sym typeface="Della Respira"/>
            </a:endParaRPr>
          </a:p>
        </p:txBody>
      </p:sp>
      <p:sp>
        <p:nvSpPr>
          <p:cNvPr id="189" name="Google Shape;189;p21"/>
          <p:cNvSpPr txBox="1"/>
          <p:nvPr>
            <p:ph type="title"/>
          </p:nvPr>
        </p:nvSpPr>
        <p:spPr>
          <a:xfrm>
            <a:off x="272650" y="2189271"/>
            <a:ext cx="8601300" cy="8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9pPr>
          </a:lstStyle>
          <a:p/>
        </p:txBody>
      </p:sp>
      <p:sp>
        <p:nvSpPr>
          <p:cNvPr id="190" name="Google Shape;190;p21"/>
          <p:cNvSpPr txBox="1"/>
          <p:nvPr>
            <p:ph idx="1" type="subTitle"/>
          </p:nvPr>
        </p:nvSpPr>
        <p:spPr>
          <a:xfrm>
            <a:off x="4681900" y="3235225"/>
            <a:ext cx="4191900" cy="162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Font typeface="Della Respira"/>
              <a:buNone/>
              <a:defRPr sz="14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21"/>
          <p:cNvSpPr/>
          <p:nvPr>
            <p:ph idx="3" type="pic"/>
          </p:nvPr>
        </p:nvSpPr>
        <p:spPr>
          <a:xfrm>
            <a:off x="274950" y="284975"/>
            <a:ext cx="8598900" cy="1623300"/>
          </a:xfrm>
          <a:prstGeom prst="roundRect">
            <a:avLst>
              <a:gd fmla="val 14452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">
  <p:cSld name="TITLE_2">
    <p:bg>
      <p:bgPr>
        <a:solidFill>
          <a:schemeClr val="accent3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">
  <p:cSld name="CUSTOM_17">
    <p:bg>
      <p:bgPr>
        <a:solidFill>
          <a:schemeClr val="lt2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3"/>
          <p:cNvSpPr/>
          <p:nvPr/>
        </p:nvSpPr>
        <p:spPr>
          <a:xfrm>
            <a:off x="274950" y="1503221"/>
            <a:ext cx="8598900" cy="16212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23"/>
          <p:cNvSpPr/>
          <p:nvPr/>
        </p:nvSpPr>
        <p:spPr>
          <a:xfrm>
            <a:off x="274950" y="3275914"/>
            <a:ext cx="8598900" cy="357000"/>
          </a:xfrm>
          <a:prstGeom prst="roundRect">
            <a:avLst>
              <a:gd fmla="val 34148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Della Respira"/>
              <a:ea typeface="Della Respira"/>
              <a:cs typeface="Della Respira"/>
              <a:sym typeface="Della Respira"/>
            </a:endParaRPr>
          </a:p>
        </p:txBody>
      </p:sp>
      <p:sp>
        <p:nvSpPr>
          <p:cNvPr id="196" name="Google Shape;196;p23"/>
          <p:cNvSpPr txBox="1"/>
          <p:nvPr>
            <p:ph type="title"/>
          </p:nvPr>
        </p:nvSpPr>
        <p:spPr>
          <a:xfrm>
            <a:off x="274725" y="1531200"/>
            <a:ext cx="8598900" cy="159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  <p:sp>
        <p:nvSpPr>
          <p:cNvPr id="197" name="Google Shape;197;p23"/>
          <p:cNvSpPr txBox="1"/>
          <p:nvPr>
            <p:ph idx="1" type="subTitle"/>
          </p:nvPr>
        </p:nvSpPr>
        <p:spPr>
          <a:xfrm>
            <a:off x="279625" y="3283263"/>
            <a:ext cx="85989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CUSTOM_17_1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4"/>
          <p:cNvSpPr/>
          <p:nvPr/>
        </p:nvSpPr>
        <p:spPr>
          <a:xfrm>
            <a:off x="274950" y="1503221"/>
            <a:ext cx="8598900" cy="1621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4"/>
          <p:cNvSpPr txBox="1"/>
          <p:nvPr>
            <p:ph type="title"/>
          </p:nvPr>
        </p:nvSpPr>
        <p:spPr>
          <a:xfrm>
            <a:off x="339150" y="1531200"/>
            <a:ext cx="8470500" cy="159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CUSTOM_18">
    <p:bg>
      <p:bgPr>
        <a:solidFill>
          <a:schemeClr val="lt2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5"/>
          <p:cNvSpPr/>
          <p:nvPr/>
        </p:nvSpPr>
        <p:spPr>
          <a:xfrm>
            <a:off x="274950" y="1164975"/>
            <a:ext cx="6326700" cy="36936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03" name="Google Shape;203;p25"/>
          <p:cNvSpPr txBox="1"/>
          <p:nvPr>
            <p:ph idx="1" type="body"/>
          </p:nvPr>
        </p:nvSpPr>
        <p:spPr>
          <a:xfrm>
            <a:off x="545275" y="1321275"/>
            <a:ext cx="5795400" cy="330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204" name="Google Shape;204;p25"/>
          <p:cNvSpPr/>
          <p:nvPr/>
        </p:nvSpPr>
        <p:spPr>
          <a:xfrm>
            <a:off x="274950" y="284775"/>
            <a:ext cx="6326700" cy="704400"/>
          </a:xfrm>
          <a:prstGeom prst="roundRect">
            <a:avLst>
              <a:gd fmla="val 25275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55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/>
          </a:p>
        </p:txBody>
      </p:sp>
      <p:sp>
        <p:nvSpPr>
          <p:cNvPr id="205" name="Google Shape;205;p25"/>
          <p:cNvSpPr txBox="1"/>
          <p:nvPr>
            <p:ph type="title"/>
          </p:nvPr>
        </p:nvSpPr>
        <p:spPr>
          <a:xfrm>
            <a:off x="274950" y="327125"/>
            <a:ext cx="6326700" cy="66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CUSTOM_20">
    <p:bg>
      <p:bgPr>
        <a:solidFill>
          <a:schemeClr val="dk2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6"/>
          <p:cNvSpPr/>
          <p:nvPr/>
        </p:nvSpPr>
        <p:spPr>
          <a:xfrm>
            <a:off x="274950" y="1503221"/>
            <a:ext cx="8598900" cy="16212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6"/>
          <p:cNvSpPr txBox="1"/>
          <p:nvPr>
            <p:ph type="title"/>
          </p:nvPr>
        </p:nvSpPr>
        <p:spPr>
          <a:xfrm>
            <a:off x="339150" y="1531200"/>
            <a:ext cx="8470500" cy="159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CUSTOM_21">
    <p:bg>
      <p:bgPr>
        <a:solidFill>
          <a:schemeClr val="lt2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7"/>
          <p:cNvSpPr/>
          <p:nvPr/>
        </p:nvSpPr>
        <p:spPr>
          <a:xfrm>
            <a:off x="274950" y="1580175"/>
            <a:ext cx="6326700" cy="32784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11" name="Google Shape;211;p27"/>
          <p:cNvSpPr txBox="1"/>
          <p:nvPr>
            <p:ph idx="1" type="body"/>
          </p:nvPr>
        </p:nvSpPr>
        <p:spPr>
          <a:xfrm>
            <a:off x="545275" y="1703050"/>
            <a:ext cx="5795400" cy="292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212" name="Google Shape;212;p27"/>
          <p:cNvSpPr/>
          <p:nvPr/>
        </p:nvSpPr>
        <p:spPr>
          <a:xfrm>
            <a:off x="274950" y="284775"/>
            <a:ext cx="6326700" cy="704400"/>
          </a:xfrm>
          <a:prstGeom prst="roundRect">
            <a:avLst>
              <a:gd fmla="val 25275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55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/>
          </a:p>
        </p:txBody>
      </p:sp>
      <p:sp>
        <p:nvSpPr>
          <p:cNvPr id="213" name="Google Shape;213;p27"/>
          <p:cNvSpPr txBox="1"/>
          <p:nvPr>
            <p:ph type="title"/>
          </p:nvPr>
        </p:nvSpPr>
        <p:spPr>
          <a:xfrm>
            <a:off x="274950" y="327125"/>
            <a:ext cx="6326700" cy="66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9pPr>
          </a:lstStyle>
          <a:p/>
        </p:txBody>
      </p:sp>
      <p:sp>
        <p:nvSpPr>
          <p:cNvPr id="214" name="Google Shape;214;p27"/>
          <p:cNvSpPr/>
          <p:nvPr/>
        </p:nvSpPr>
        <p:spPr>
          <a:xfrm>
            <a:off x="274950" y="1102500"/>
            <a:ext cx="6326700" cy="357000"/>
          </a:xfrm>
          <a:prstGeom prst="roundRect">
            <a:avLst>
              <a:gd fmla="val 34148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Della Respira"/>
              <a:ea typeface="Della Respira"/>
              <a:cs typeface="Della Respira"/>
              <a:sym typeface="Della Respira"/>
            </a:endParaRPr>
          </a:p>
        </p:txBody>
      </p:sp>
      <p:sp>
        <p:nvSpPr>
          <p:cNvPr id="215" name="Google Shape;215;p27"/>
          <p:cNvSpPr txBox="1"/>
          <p:nvPr>
            <p:ph idx="2" type="subTitle"/>
          </p:nvPr>
        </p:nvSpPr>
        <p:spPr>
          <a:xfrm>
            <a:off x="327025" y="1109850"/>
            <a:ext cx="62319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CUSTOM_22">
    <p:bg>
      <p:bgPr>
        <a:solidFill>
          <a:schemeClr val="lt2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8"/>
          <p:cNvSpPr/>
          <p:nvPr/>
        </p:nvSpPr>
        <p:spPr>
          <a:xfrm>
            <a:off x="274950" y="1503221"/>
            <a:ext cx="8598900" cy="16212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8"/>
          <p:cNvSpPr txBox="1"/>
          <p:nvPr>
            <p:ph type="title"/>
          </p:nvPr>
        </p:nvSpPr>
        <p:spPr>
          <a:xfrm>
            <a:off x="339150" y="1531200"/>
            <a:ext cx="8470500" cy="159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CUSTOM_23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9"/>
          <p:cNvSpPr/>
          <p:nvPr/>
        </p:nvSpPr>
        <p:spPr>
          <a:xfrm>
            <a:off x="273650" y="1829175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221" name="Google Shape;221;p29"/>
          <p:cNvSpPr txBox="1"/>
          <p:nvPr>
            <p:ph type="title"/>
          </p:nvPr>
        </p:nvSpPr>
        <p:spPr>
          <a:xfrm>
            <a:off x="271350" y="1871515"/>
            <a:ext cx="8601300" cy="8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9pPr>
          </a:lstStyle>
          <a:p/>
        </p:txBody>
      </p:sp>
      <p:sp>
        <p:nvSpPr>
          <p:cNvPr id="222" name="Google Shape;222;p29"/>
          <p:cNvSpPr/>
          <p:nvPr/>
        </p:nvSpPr>
        <p:spPr>
          <a:xfrm>
            <a:off x="273756" y="2887125"/>
            <a:ext cx="8598900" cy="4272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23" name="Google Shape;223;p29"/>
          <p:cNvSpPr txBox="1"/>
          <p:nvPr>
            <p:ph idx="1" type="subTitle"/>
          </p:nvPr>
        </p:nvSpPr>
        <p:spPr>
          <a:xfrm>
            <a:off x="273650" y="2917550"/>
            <a:ext cx="8598900" cy="34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USTOM_24">
    <p:bg>
      <p:bgPr>
        <a:solidFill>
          <a:schemeClr val="dk2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0"/>
          <p:cNvSpPr txBox="1"/>
          <p:nvPr>
            <p:ph idx="1" type="body"/>
          </p:nvPr>
        </p:nvSpPr>
        <p:spPr>
          <a:xfrm>
            <a:off x="545275" y="1321275"/>
            <a:ext cx="5795400" cy="330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CUSTOM_25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1"/>
          <p:cNvSpPr txBox="1"/>
          <p:nvPr>
            <p:ph idx="1" type="body"/>
          </p:nvPr>
        </p:nvSpPr>
        <p:spPr>
          <a:xfrm>
            <a:off x="545275" y="1321275"/>
            <a:ext cx="5795400" cy="330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228" name="Google Shape;228;p31"/>
          <p:cNvSpPr/>
          <p:nvPr/>
        </p:nvSpPr>
        <p:spPr>
          <a:xfrm>
            <a:off x="274950" y="284775"/>
            <a:ext cx="6326700" cy="704400"/>
          </a:xfrm>
          <a:prstGeom prst="roundRect">
            <a:avLst>
              <a:gd fmla="val 25275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55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/>
          </a:p>
        </p:txBody>
      </p:sp>
      <p:sp>
        <p:nvSpPr>
          <p:cNvPr id="229" name="Google Shape;229;p31"/>
          <p:cNvSpPr txBox="1"/>
          <p:nvPr>
            <p:ph type="title"/>
          </p:nvPr>
        </p:nvSpPr>
        <p:spPr>
          <a:xfrm>
            <a:off x="274950" y="327125"/>
            <a:ext cx="6326700" cy="66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26"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2"/>
          <p:cNvSpPr/>
          <p:nvPr/>
        </p:nvSpPr>
        <p:spPr>
          <a:xfrm>
            <a:off x="274950" y="284775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32"/>
          <p:cNvSpPr/>
          <p:nvPr/>
        </p:nvSpPr>
        <p:spPr>
          <a:xfrm>
            <a:off x="272650" y="1348125"/>
            <a:ext cx="8601300" cy="509700"/>
          </a:xfrm>
          <a:prstGeom prst="roundRect">
            <a:avLst>
              <a:gd fmla="val 32052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233" name="Google Shape;233;p32"/>
          <p:cNvSpPr txBox="1"/>
          <p:nvPr>
            <p:ph type="title"/>
          </p:nvPr>
        </p:nvSpPr>
        <p:spPr>
          <a:xfrm>
            <a:off x="272650" y="327115"/>
            <a:ext cx="8601300" cy="8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9pPr>
          </a:lstStyle>
          <a:p/>
        </p:txBody>
      </p:sp>
      <p:sp>
        <p:nvSpPr>
          <p:cNvPr id="234" name="Google Shape;234;p32"/>
          <p:cNvSpPr txBox="1"/>
          <p:nvPr>
            <p:ph idx="1" type="subTitle"/>
          </p:nvPr>
        </p:nvSpPr>
        <p:spPr>
          <a:xfrm>
            <a:off x="272650" y="1375155"/>
            <a:ext cx="8601300" cy="47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235" name="Google Shape;235;p32"/>
          <p:cNvSpPr/>
          <p:nvPr/>
        </p:nvSpPr>
        <p:spPr>
          <a:xfrm>
            <a:off x="272650" y="1964965"/>
            <a:ext cx="8601300" cy="509700"/>
          </a:xfrm>
          <a:prstGeom prst="roundRect">
            <a:avLst>
              <a:gd fmla="val 32052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236" name="Google Shape;236;p32"/>
          <p:cNvSpPr txBox="1"/>
          <p:nvPr>
            <p:ph idx="2" type="subTitle"/>
          </p:nvPr>
        </p:nvSpPr>
        <p:spPr>
          <a:xfrm>
            <a:off x="272650" y="1991995"/>
            <a:ext cx="8601300" cy="47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237" name="Google Shape;237;p32"/>
          <p:cNvSpPr/>
          <p:nvPr/>
        </p:nvSpPr>
        <p:spPr>
          <a:xfrm>
            <a:off x="272650" y="2581805"/>
            <a:ext cx="8601300" cy="509700"/>
          </a:xfrm>
          <a:prstGeom prst="roundRect">
            <a:avLst>
              <a:gd fmla="val 32052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238" name="Google Shape;238;p32"/>
          <p:cNvSpPr txBox="1"/>
          <p:nvPr>
            <p:ph idx="3" type="subTitle"/>
          </p:nvPr>
        </p:nvSpPr>
        <p:spPr>
          <a:xfrm>
            <a:off x="272650" y="2608834"/>
            <a:ext cx="8601300" cy="47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239" name="Google Shape;239;p32"/>
          <p:cNvSpPr/>
          <p:nvPr/>
        </p:nvSpPr>
        <p:spPr>
          <a:xfrm>
            <a:off x="272650" y="3198644"/>
            <a:ext cx="8601300" cy="509700"/>
          </a:xfrm>
          <a:prstGeom prst="roundRect">
            <a:avLst>
              <a:gd fmla="val 32052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240" name="Google Shape;240;p32"/>
          <p:cNvSpPr txBox="1"/>
          <p:nvPr>
            <p:ph idx="4" type="subTitle"/>
          </p:nvPr>
        </p:nvSpPr>
        <p:spPr>
          <a:xfrm>
            <a:off x="272650" y="3225674"/>
            <a:ext cx="8601300" cy="47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241" name="Google Shape;241;p32"/>
          <p:cNvSpPr/>
          <p:nvPr/>
        </p:nvSpPr>
        <p:spPr>
          <a:xfrm>
            <a:off x="272650" y="3815484"/>
            <a:ext cx="8601300" cy="509700"/>
          </a:xfrm>
          <a:prstGeom prst="roundRect">
            <a:avLst>
              <a:gd fmla="val 32052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242" name="Google Shape;242;p32"/>
          <p:cNvSpPr txBox="1"/>
          <p:nvPr>
            <p:ph idx="5" type="subTitle"/>
          </p:nvPr>
        </p:nvSpPr>
        <p:spPr>
          <a:xfrm>
            <a:off x="272650" y="3842514"/>
            <a:ext cx="8601300" cy="47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243" name="Google Shape;243;p32"/>
          <p:cNvSpPr/>
          <p:nvPr/>
        </p:nvSpPr>
        <p:spPr>
          <a:xfrm>
            <a:off x="272650" y="4432324"/>
            <a:ext cx="8601300" cy="509700"/>
          </a:xfrm>
          <a:prstGeom prst="roundRect">
            <a:avLst>
              <a:gd fmla="val 32052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244" name="Google Shape;244;p32"/>
          <p:cNvSpPr txBox="1"/>
          <p:nvPr>
            <p:ph idx="6" type="subTitle"/>
          </p:nvPr>
        </p:nvSpPr>
        <p:spPr>
          <a:xfrm>
            <a:off x="272650" y="4459354"/>
            <a:ext cx="8601300" cy="47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27"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3"/>
          <p:cNvSpPr/>
          <p:nvPr/>
        </p:nvSpPr>
        <p:spPr>
          <a:xfrm>
            <a:off x="4672650" y="1348125"/>
            <a:ext cx="4201200" cy="3510600"/>
          </a:xfrm>
          <a:prstGeom prst="roundRect">
            <a:avLst>
              <a:gd fmla="val 5734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47" name="Google Shape;247;p33"/>
          <p:cNvSpPr txBox="1"/>
          <p:nvPr>
            <p:ph idx="1" type="body"/>
          </p:nvPr>
        </p:nvSpPr>
        <p:spPr>
          <a:xfrm>
            <a:off x="4889250" y="1503725"/>
            <a:ext cx="3768000" cy="30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248" name="Google Shape;248;p33"/>
          <p:cNvSpPr/>
          <p:nvPr>
            <p:ph idx="2" type="pic"/>
          </p:nvPr>
        </p:nvSpPr>
        <p:spPr>
          <a:xfrm>
            <a:off x="274950" y="1352225"/>
            <a:ext cx="4201200" cy="3510600"/>
          </a:xfrm>
          <a:prstGeom prst="roundRect">
            <a:avLst>
              <a:gd fmla="val 5298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9" name="Google Shape;249;p33"/>
          <p:cNvSpPr/>
          <p:nvPr/>
        </p:nvSpPr>
        <p:spPr>
          <a:xfrm>
            <a:off x="274950" y="284775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250" name="Google Shape;250;p33"/>
          <p:cNvSpPr txBox="1"/>
          <p:nvPr>
            <p:ph type="title"/>
          </p:nvPr>
        </p:nvSpPr>
        <p:spPr>
          <a:xfrm>
            <a:off x="272650" y="327115"/>
            <a:ext cx="8601300" cy="8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28">
    <p:bg>
      <p:bgPr>
        <a:solidFill>
          <a:schemeClr val="lt2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4"/>
          <p:cNvSpPr/>
          <p:nvPr/>
        </p:nvSpPr>
        <p:spPr>
          <a:xfrm>
            <a:off x="4672650" y="1945525"/>
            <a:ext cx="4201200" cy="29172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53" name="Google Shape;253;p34"/>
          <p:cNvSpPr txBox="1"/>
          <p:nvPr>
            <p:ph idx="1" type="body"/>
          </p:nvPr>
        </p:nvSpPr>
        <p:spPr>
          <a:xfrm>
            <a:off x="4901050" y="2141437"/>
            <a:ext cx="3768000" cy="237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254" name="Google Shape;254;p34"/>
          <p:cNvSpPr/>
          <p:nvPr/>
        </p:nvSpPr>
        <p:spPr>
          <a:xfrm>
            <a:off x="274950" y="1945525"/>
            <a:ext cx="4201200" cy="29172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55" name="Google Shape;255;p34"/>
          <p:cNvSpPr txBox="1"/>
          <p:nvPr>
            <p:ph idx="2" type="body"/>
          </p:nvPr>
        </p:nvSpPr>
        <p:spPr>
          <a:xfrm>
            <a:off x="503350" y="2141437"/>
            <a:ext cx="3768000" cy="237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256" name="Google Shape;256;p34"/>
          <p:cNvSpPr/>
          <p:nvPr/>
        </p:nvSpPr>
        <p:spPr>
          <a:xfrm>
            <a:off x="274950" y="284775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257" name="Google Shape;257;p34"/>
          <p:cNvSpPr txBox="1"/>
          <p:nvPr>
            <p:ph type="title"/>
          </p:nvPr>
        </p:nvSpPr>
        <p:spPr>
          <a:xfrm>
            <a:off x="272650" y="327115"/>
            <a:ext cx="8601300" cy="8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9pPr>
          </a:lstStyle>
          <a:p/>
        </p:txBody>
      </p:sp>
      <p:sp>
        <p:nvSpPr>
          <p:cNvPr id="258" name="Google Shape;258;p34"/>
          <p:cNvSpPr/>
          <p:nvPr/>
        </p:nvSpPr>
        <p:spPr>
          <a:xfrm>
            <a:off x="275100" y="1342725"/>
            <a:ext cx="4201200" cy="4272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59" name="Google Shape;259;p34"/>
          <p:cNvSpPr txBox="1"/>
          <p:nvPr>
            <p:ph idx="3" type="subTitle"/>
          </p:nvPr>
        </p:nvSpPr>
        <p:spPr>
          <a:xfrm>
            <a:off x="274950" y="1373150"/>
            <a:ext cx="4201200" cy="34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260" name="Google Shape;260;p34"/>
          <p:cNvSpPr/>
          <p:nvPr/>
        </p:nvSpPr>
        <p:spPr>
          <a:xfrm>
            <a:off x="4672725" y="1342725"/>
            <a:ext cx="4201200" cy="4272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61" name="Google Shape;261;p34"/>
          <p:cNvSpPr txBox="1"/>
          <p:nvPr>
            <p:ph idx="4" type="subTitle"/>
          </p:nvPr>
        </p:nvSpPr>
        <p:spPr>
          <a:xfrm>
            <a:off x="4672575" y="1373150"/>
            <a:ext cx="4201200" cy="34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9">
    <p:bg>
      <p:bgPr>
        <a:solidFill>
          <a:schemeClr val="lt2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5"/>
          <p:cNvSpPr/>
          <p:nvPr/>
        </p:nvSpPr>
        <p:spPr>
          <a:xfrm>
            <a:off x="274950" y="1945525"/>
            <a:ext cx="2721900" cy="29172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64" name="Google Shape;264;p35"/>
          <p:cNvSpPr txBox="1"/>
          <p:nvPr>
            <p:ph idx="1" type="body"/>
          </p:nvPr>
        </p:nvSpPr>
        <p:spPr>
          <a:xfrm>
            <a:off x="392094" y="2141437"/>
            <a:ext cx="2487600" cy="237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265" name="Google Shape;265;p35"/>
          <p:cNvSpPr/>
          <p:nvPr/>
        </p:nvSpPr>
        <p:spPr>
          <a:xfrm>
            <a:off x="274950" y="284775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266" name="Google Shape;266;p35"/>
          <p:cNvSpPr txBox="1"/>
          <p:nvPr>
            <p:ph type="title"/>
          </p:nvPr>
        </p:nvSpPr>
        <p:spPr>
          <a:xfrm>
            <a:off x="272650" y="327115"/>
            <a:ext cx="8601300" cy="8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9pPr>
          </a:lstStyle>
          <a:p/>
        </p:txBody>
      </p:sp>
      <p:sp>
        <p:nvSpPr>
          <p:cNvPr id="267" name="Google Shape;267;p35"/>
          <p:cNvSpPr/>
          <p:nvPr/>
        </p:nvSpPr>
        <p:spPr>
          <a:xfrm>
            <a:off x="275047" y="1342725"/>
            <a:ext cx="2721900" cy="4272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68" name="Google Shape;268;p35"/>
          <p:cNvSpPr txBox="1"/>
          <p:nvPr>
            <p:ph idx="2" type="subTitle"/>
          </p:nvPr>
        </p:nvSpPr>
        <p:spPr>
          <a:xfrm>
            <a:off x="274950" y="1373150"/>
            <a:ext cx="2721900" cy="34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269" name="Google Shape;269;p35"/>
          <p:cNvSpPr/>
          <p:nvPr/>
        </p:nvSpPr>
        <p:spPr>
          <a:xfrm>
            <a:off x="3211000" y="1945525"/>
            <a:ext cx="2721900" cy="29172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70" name="Google Shape;270;p35"/>
          <p:cNvSpPr txBox="1"/>
          <p:nvPr>
            <p:ph idx="3" type="body"/>
          </p:nvPr>
        </p:nvSpPr>
        <p:spPr>
          <a:xfrm>
            <a:off x="3328144" y="2141437"/>
            <a:ext cx="2487600" cy="237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271" name="Google Shape;271;p35"/>
          <p:cNvSpPr/>
          <p:nvPr/>
        </p:nvSpPr>
        <p:spPr>
          <a:xfrm>
            <a:off x="3211097" y="1342725"/>
            <a:ext cx="2721900" cy="4272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72" name="Google Shape;272;p35"/>
          <p:cNvSpPr txBox="1"/>
          <p:nvPr>
            <p:ph idx="4" type="subTitle"/>
          </p:nvPr>
        </p:nvSpPr>
        <p:spPr>
          <a:xfrm>
            <a:off x="3211000" y="1373150"/>
            <a:ext cx="2721900" cy="34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273" name="Google Shape;273;p35"/>
          <p:cNvSpPr/>
          <p:nvPr/>
        </p:nvSpPr>
        <p:spPr>
          <a:xfrm>
            <a:off x="6147150" y="1945525"/>
            <a:ext cx="2721900" cy="29172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74" name="Google Shape;274;p35"/>
          <p:cNvSpPr txBox="1"/>
          <p:nvPr>
            <p:ph idx="5" type="body"/>
          </p:nvPr>
        </p:nvSpPr>
        <p:spPr>
          <a:xfrm>
            <a:off x="6264294" y="2141437"/>
            <a:ext cx="2487600" cy="237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275" name="Google Shape;275;p35"/>
          <p:cNvSpPr/>
          <p:nvPr/>
        </p:nvSpPr>
        <p:spPr>
          <a:xfrm>
            <a:off x="6147247" y="1342725"/>
            <a:ext cx="2721900" cy="4272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76" name="Google Shape;276;p35"/>
          <p:cNvSpPr txBox="1"/>
          <p:nvPr>
            <p:ph idx="6" type="subTitle"/>
          </p:nvPr>
        </p:nvSpPr>
        <p:spPr>
          <a:xfrm>
            <a:off x="6147150" y="1373150"/>
            <a:ext cx="2721900" cy="34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0">
    <p:bg>
      <p:bgPr>
        <a:solidFill>
          <a:schemeClr val="lt2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6"/>
          <p:cNvSpPr/>
          <p:nvPr/>
        </p:nvSpPr>
        <p:spPr>
          <a:xfrm>
            <a:off x="274950" y="1945525"/>
            <a:ext cx="2059500" cy="29172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79" name="Google Shape;279;p36"/>
          <p:cNvSpPr txBox="1"/>
          <p:nvPr>
            <p:ph idx="1" type="body"/>
          </p:nvPr>
        </p:nvSpPr>
        <p:spPr>
          <a:xfrm>
            <a:off x="363575" y="2098999"/>
            <a:ext cx="1881900" cy="26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280" name="Google Shape;280;p36"/>
          <p:cNvSpPr/>
          <p:nvPr/>
        </p:nvSpPr>
        <p:spPr>
          <a:xfrm>
            <a:off x="274950" y="284775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281" name="Google Shape;281;p36"/>
          <p:cNvSpPr txBox="1"/>
          <p:nvPr>
            <p:ph type="title"/>
          </p:nvPr>
        </p:nvSpPr>
        <p:spPr>
          <a:xfrm>
            <a:off x="272650" y="327115"/>
            <a:ext cx="8601300" cy="8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9pPr>
          </a:lstStyle>
          <a:p/>
        </p:txBody>
      </p:sp>
      <p:sp>
        <p:nvSpPr>
          <p:cNvPr id="282" name="Google Shape;282;p36"/>
          <p:cNvSpPr/>
          <p:nvPr/>
        </p:nvSpPr>
        <p:spPr>
          <a:xfrm>
            <a:off x="275024" y="1342725"/>
            <a:ext cx="2059500" cy="4272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83" name="Google Shape;283;p36"/>
          <p:cNvSpPr txBox="1"/>
          <p:nvPr>
            <p:ph idx="2" type="subTitle"/>
          </p:nvPr>
        </p:nvSpPr>
        <p:spPr>
          <a:xfrm>
            <a:off x="274950" y="1373150"/>
            <a:ext cx="2059500" cy="34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284" name="Google Shape;284;p36"/>
          <p:cNvSpPr/>
          <p:nvPr/>
        </p:nvSpPr>
        <p:spPr>
          <a:xfrm>
            <a:off x="2454747" y="1945525"/>
            <a:ext cx="2059500" cy="29172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85" name="Google Shape;285;p36"/>
          <p:cNvSpPr txBox="1"/>
          <p:nvPr>
            <p:ph idx="3" type="body"/>
          </p:nvPr>
        </p:nvSpPr>
        <p:spPr>
          <a:xfrm>
            <a:off x="2543370" y="2098999"/>
            <a:ext cx="1881900" cy="26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286" name="Google Shape;286;p36"/>
          <p:cNvSpPr/>
          <p:nvPr/>
        </p:nvSpPr>
        <p:spPr>
          <a:xfrm>
            <a:off x="2454820" y="1342725"/>
            <a:ext cx="2059500" cy="4272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87" name="Google Shape;287;p36"/>
          <p:cNvSpPr txBox="1"/>
          <p:nvPr>
            <p:ph idx="4" type="subTitle"/>
          </p:nvPr>
        </p:nvSpPr>
        <p:spPr>
          <a:xfrm>
            <a:off x="2454747" y="1373150"/>
            <a:ext cx="2059500" cy="34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288" name="Google Shape;288;p36"/>
          <p:cNvSpPr/>
          <p:nvPr/>
        </p:nvSpPr>
        <p:spPr>
          <a:xfrm>
            <a:off x="4634609" y="1945525"/>
            <a:ext cx="2059500" cy="29172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89" name="Google Shape;289;p36"/>
          <p:cNvSpPr txBox="1"/>
          <p:nvPr>
            <p:ph idx="5" type="body"/>
          </p:nvPr>
        </p:nvSpPr>
        <p:spPr>
          <a:xfrm>
            <a:off x="4723231" y="2098999"/>
            <a:ext cx="1881900" cy="26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290" name="Google Shape;290;p36"/>
          <p:cNvSpPr/>
          <p:nvPr/>
        </p:nvSpPr>
        <p:spPr>
          <a:xfrm>
            <a:off x="4634683" y="1342725"/>
            <a:ext cx="2059500" cy="4272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91" name="Google Shape;291;p36"/>
          <p:cNvSpPr txBox="1"/>
          <p:nvPr>
            <p:ph idx="6" type="subTitle"/>
          </p:nvPr>
        </p:nvSpPr>
        <p:spPr>
          <a:xfrm>
            <a:off x="4634609" y="1373150"/>
            <a:ext cx="2059500" cy="34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292" name="Google Shape;292;p36"/>
          <p:cNvSpPr/>
          <p:nvPr/>
        </p:nvSpPr>
        <p:spPr>
          <a:xfrm>
            <a:off x="6814406" y="1945525"/>
            <a:ext cx="2059500" cy="29172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93" name="Google Shape;293;p36"/>
          <p:cNvSpPr txBox="1"/>
          <p:nvPr>
            <p:ph idx="7" type="body"/>
          </p:nvPr>
        </p:nvSpPr>
        <p:spPr>
          <a:xfrm>
            <a:off x="6903026" y="2098999"/>
            <a:ext cx="1881900" cy="26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294" name="Google Shape;294;p36"/>
          <p:cNvSpPr/>
          <p:nvPr/>
        </p:nvSpPr>
        <p:spPr>
          <a:xfrm>
            <a:off x="6814480" y="1342725"/>
            <a:ext cx="2059500" cy="4272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95" name="Google Shape;295;p36"/>
          <p:cNvSpPr txBox="1"/>
          <p:nvPr>
            <p:ph idx="8" type="subTitle"/>
          </p:nvPr>
        </p:nvSpPr>
        <p:spPr>
          <a:xfrm>
            <a:off x="6814406" y="1373150"/>
            <a:ext cx="2059500" cy="34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Image">
  <p:cSld name="CUSTOM_31"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7"/>
          <p:cNvSpPr/>
          <p:nvPr>
            <p:ph idx="2" type="pic"/>
          </p:nvPr>
        </p:nvSpPr>
        <p:spPr>
          <a:xfrm>
            <a:off x="274950" y="1352225"/>
            <a:ext cx="8598900" cy="3510600"/>
          </a:xfrm>
          <a:prstGeom prst="roundRect">
            <a:avLst>
              <a:gd fmla="val 5298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" name="Google Shape;298;p37"/>
          <p:cNvSpPr/>
          <p:nvPr/>
        </p:nvSpPr>
        <p:spPr>
          <a:xfrm>
            <a:off x="274950" y="284775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299" name="Google Shape;299;p37"/>
          <p:cNvSpPr txBox="1"/>
          <p:nvPr>
            <p:ph type="title"/>
          </p:nvPr>
        </p:nvSpPr>
        <p:spPr>
          <a:xfrm>
            <a:off x="272650" y="327115"/>
            <a:ext cx="8601300" cy="8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32">
    <p:bg>
      <p:bgPr>
        <a:solidFill>
          <a:schemeClr val="dk2"/>
        </a:soli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8"/>
          <p:cNvSpPr/>
          <p:nvPr/>
        </p:nvSpPr>
        <p:spPr>
          <a:xfrm>
            <a:off x="4672650" y="3723950"/>
            <a:ext cx="4201200" cy="11289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302" name="Google Shape;302;p38"/>
          <p:cNvSpPr/>
          <p:nvPr/>
        </p:nvSpPr>
        <p:spPr>
          <a:xfrm>
            <a:off x="274950" y="3723950"/>
            <a:ext cx="4201200" cy="11289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303" name="Google Shape;303;p38"/>
          <p:cNvSpPr txBox="1"/>
          <p:nvPr>
            <p:ph idx="1" type="body"/>
          </p:nvPr>
        </p:nvSpPr>
        <p:spPr>
          <a:xfrm>
            <a:off x="392400" y="3829313"/>
            <a:ext cx="3987600" cy="91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304" name="Google Shape;304;p38"/>
          <p:cNvSpPr/>
          <p:nvPr/>
        </p:nvSpPr>
        <p:spPr>
          <a:xfrm>
            <a:off x="274950" y="284775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305" name="Google Shape;305;p38"/>
          <p:cNvSpPr txBox="1"/>
          <p:nvPr>
            <p:ph type="title"/>
          </p:nvPr>
        </p:nvSpPr>
        <p:spPr>
          <a:xfrm>
            <a:off x="272650" y="327115"/>
            <a:ext cx="8601300" cy="8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9pPr>
          </a:lstStyle>
          <a:p/>
        </p:txBody>
      </p:sp>
      <p:sp>
        <p:nvSpPr>
          <p:cNvPr id="306" name="Google Shape;306;p38"/>
          <p:cNvSpPr/>
          <p:nvPr/>
        </p:nvSpPr>
        <p:spPr>
          <a:xfrm>
            <a:off x="275100" y="1279100"/>
            <a:ext cx="4201200" cy="4272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307" name="Google Shape;307;p38"/>
          <p:cNvSpPr txBox="1"/>
          <p:nvPr>
            <p:ph idx="2" type="subTitle"/>
          </p:nvPr>
        </p:nvSpPr>
        <p:spPr>
          <a:xfrm>
            <a:off x="274950" y="1309525"/>
            <a:ext cx="4201200" cy="34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308" name="Google Shape;308;p38"/>
          <p:cNvSpPr/>
          <p:nvPr/>
        </p:nvSpPr>
        <p:spPr>
          <a:xfrm>
            <a:off x="4672725" y="1279100"/>
            <a:ext cx="4201200" cy="4272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309" name="Google Shape;309;p38"/>
          <p:cNvSpPr txBox="1"/>
          <p:nvPr>
            <p:ph idx="3" type="subTitle"/>
          </p:nvPr>
        </p:nvSpPr>
        <p:spPr>
          <a:xfrm>
            <a:off x="4672575" y="1309525"/>
            <a:ext cx="4201200" cy="34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310" name="Google Shape;310;p38"/>
          <p:cNvSpPr/>
          <p:nvPr>
            <p:ph idx="4" type="pic"/>
          </p:nvPr>
        </p:nvSpPr>
        <p:spPr>
          <a:xfrm>
            <a:off x="274950" y="1822175"/>
            <a:ext cx="4201200" cy="1785900"/>
          </a:xfrm>
          <a:prstGeom prst="roundRect">
            <a:avLst>
              <a:gd fmla="val 5298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1" name="Google Shape;311;p38"/>
          <p:cNvSpPr txBox="1"/>
          <p:nvPr>
            <p:ph idx="5" type="body"/>
          </p:nvPr>
        </p:nvSpPr>
        <p:spPr>
          <a:xfrm>
            <a:off x="4779375" y="3829313"/>
            <a:ext cx="3987600" cy="91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312" name="Google Shape;312;p38"/>
          <p:cNvSpPr/>
          <p:nvPr>
            <p:ph idx="6" type="pic"/>
          </p:nvPr>
        </p:nvSpPr>
        <p:spPr>
          <a:xfrm>
            <a:off x="4672575" y="1822175"/>
            <a:ext cx="4201200" cy="1785900"/>
          </a:xfrm>
          <a:prstGeom prst="roundRect">
            <a:avLst>
              <a:gd fmla="val 5298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33">
    <p:bg>
      <p:bgPr>
        <a:solidFill>
          <a:schemeClr val="dk2"/>
        </a:solid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9"/>
          <p:cNvSpPr/>
          <p:nvPr/>
        </p:nvSpPr>
        <p:spPr>
          <a:xfrm>
            <a:off x="3185399" y="3723950"/>
            <a:ext cx="2780400" cy="11289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315" name="Google Shape;315;p39"/>
          <p:cNvSpPr/>
          <p:nvPr/>
        </p:nvSpPr>
        <p:spPr>
          <a:xfrm>
            <a:off x="274950" y="3723950"/>
            <a:ext cx="2780400" cy="11289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316" name="Google Shape;316;p39"/>
          <p:cNvSpPr txBox="1"/>
          <p:nvPr>
            <p:ph idx="1" type="body"/>
          </p:nvPr>
        </p:nvSpPr>
        <p:spPr>
          <a:xfrm>
            <a:off x="352680" y="3829313"/>
            <a:ext cx="2639100" cy="91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317" name="Google Shape;317;p39"/>
          <p:cNvSpPr/>
          <p:nvPr/>
        </p:nvSpPr>
        <p:spPr>
          <a:xfrm>
            <a:off x="274950" y="284775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318" name="Google Shape;318;p39"/>
          <p:cNvSpPr txBox="1"/>
          <p:nvPr>
            <p:ph type="title"/>
          </p:nvPr>
        </p:nvSpPr>
        <p:spPr>
          <a:xfrm>
            <a:off x="272650" y="327115"/>
            <a:ext cx="8601300" cy="8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9pPr>
          </a:lstStyle>
          <a:p/>
        </p:txBody>
      </p:sp>
      <p:sp>
        <p:nvSpPr>
          <p:cNvPr id="319" name="Google Shape;319;p39"/>
          <p:cNvSpPr/>
          <p:nvPr/>
        </p:nvSpPr>
        <p:spPr>
          <a:xfrm>
            <a:off x="275049" y="1279100"/>
            <a:ext cx="2780400" cy="4272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320" name="Google Shape;320;p39"/>
          <p:cNvSpPr txBox="1"/>
          <p:nvPr>
            <p:ph idx="2" type="subTitle"/>
          </p:nvPr>
        </p:nvSpPr>
        <p:spPr>
          <a:xfrm>
            <a:off x="274950" y="1309525"/>
            <a:ext cx="2780400" cy="34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321" name="Google Shape;321;p39"/>
          <p:cNvSpPr/>
          <p:nvPr/>
        </p:nvSpPr>
        <p:spPr>
          <a:xfrm>
            <a:off x="3185449" y="1279100"/>
            <a:ext cx="2780400" cy="4272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322" name="Google Shape;322;p39"/>
          <p:cNvSpPr txBox="1"/>
          <p:nvPr>
            <p:ph idx="3" type="subTitle"/>
          </p:nvPr>
        </p:nvSpPr>
        <p:spPr>
          <a:xfrm>
            <a:off x="3185350" y="1309525"/>
            <a:ext cx="2780400" cy="34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323" name="Google Shape;323;p39"/>
          <p:cNvSpPr/>
          <p:nvPr>
            <p:ph idx="4" type="pic"/>
          </p:nvPr>
        </p:nvSpPr>
        <p:spPr>
          <a:xfrm>
            <a:off x="274950" y="1822175"/>
            <a:ext cx="2780400" cy="1785900"/>
          </a:xfrm>
          <a:prstGeom prst="roundRect">
            <a:avLst>
              <a:gd fmla="val 5298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4" name="Google Shape;324;p39"/>
          <p:cNvSpPr txBox="1"/>
          <p:nvPr>
            <p:ph idx="5" type="body"/>
          </p:nvPr>
        </p:nvSpPr>
        <p:spPr>
          <a:xfrm>
            <a:off x="3256031" y="3829313"/>
            <a:ext cx="2639100" cy="91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325" name="Google Shape;325;p39"/>
          <p:cNvSpPr/>
          <p:nvPr>
            <p:ph idx="6" type="pic"/>
          </p:nvPr>
        </p:nvSpPr>
        <p:spPr>
          <a:xfrm>
            <a:off x="3185350" y="1822175"/>
            <a:ext cx="2780400" cy="1785900"/>
          </a:xfrm>
          <a:prstGeom prst="roundRect">
            <a:avLst>
              <a:gd fmla="val 5298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6" name="Google Shape;326;p39"/>
          <p:cNvSpPr/>
          <p:nvPr/>
        </p:nvSpPr>
        <p:spPr>
          <a:xfrm>
            <a:off x="6095809" y="3723950"/>
            <a:ext cx="2780400" cy="11289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327" name="Google Shape;327;p39"/>
          <p:cNvSpPr/>
          <p:nvPr/>
        </p:nvSpPr>
        <p:spPr>
          <a:xfrm>
            <a:off x="6095859" y="1279100"/>
            <a:ext cx="2780400" cy="4272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328" name="Google Shape;328;p39"/>
          <p:cNvSpPr txBox="1"/>
          <p:nvPr>
            <p:ph idx="7" type="subTitle"/>
          </p:nvPr>
        </p:nvSpPr>
        <p:spPr>
          <a:xfrm>
            <a:off x="6095760" y="1309525"/>
            <a:ext cx="2780400" cy="34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329" name="Google Shape;329;p39"/>
          <p:cNvSpPr txBox="1"/>
          <p:nvPr>
            <p:ph idx="8" type="body"/>
          </p:nvPr>
        </p:nvSpPr>
        <p:spPr>
          <a:xfrm>
            <a:off x="6166441" y="3829313"/>
            <a:ext cx="2639100" cy="91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330" name="Google Shape;330;p39"/>
          <p:cNvSpPr/>
          <p:nvPr>
            <p:ph idx="9" type="pic"/>
          </p:nvPr>
        </p:nvSpPr>
        <p:spPr>
          <a:xfrm>
            <a:off x="6095760" y="1822175"/>
            <a:ext cx="2780400" cy="1785900"/>
          </a:xfrm>
          <a:prstGeom prst="roundRect">
            <a:avLst>
              <a:gd fmla="val 5298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34"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0"/>
          <p:cNvSpPr/>
          <p:nvPr>
            <p:ph idx="2" type="pic"/>
          </p:nvPr>
        </p:nvSpPr>
        <p:spPr>
          <a:xfrm>
            <a:off x="274950" y="273750"/>
            <a:ext cx="8598900" cy="4596000"/>
          </a:xfrm>
          <a:prstGeom prst="roundRect">
            <a:avLst>
              <a:gd fmla="val 5298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35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1"/>
          <p:cNvSpPr/>
          <p:nvPr>
            <p:ph idx="2" type="pic"/>
          </p:nvPr>
        </p:nvSpPr>
        <p:spPr>
          <a:xfrm>
            <a:off x="7186900" y="1350138"/>
            <a:ext cx="1685700" cy="3510600"/>
          </a:xfrm>
          <a:prstGeom prst="roundRect">
            <a:avLst>
              <a:gd fmla="val 9180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5" name="Google Shape;335;p41"/>
          <p:cNvSpPr/>
          <p:nvPr/>
        </p:nvSpPr>
        <p:spPr>
          <a:xfrm>
            <a:off x="273650" y="282688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336" name="Google Shape;336;p41"/>
          <p:cNvSpPr txBox="1"/>
          <p:nvPr>
            <p:ph type="title"/>
          </p:nvPr>
        </p:nvSpPr>
        <p:spPr>
          <a:xfrm>
            <a:off x="271350" y="325027"/>
            <a:ext cx="8601300" cy="8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9pPr>
          </a:lstStyle>
          <a:p/>
        </p:txBody>
      </p:sp>
      <p:sp>
        <p:nvSpPr>
          <p:cNvPr id="337" name="Google Shape;337;p41"/>
          <p:cNvSpPr/>
          <p:nvPr>
            <p:ph idx="3" type="pic"/>
          </p:nvPr>
        </p:nvSpPr>
        <p:spPr>
          <a:xfrm>
            <a:off x="273650" y="1350150"/>
            <a:ext cx="1636500" cy="1688400"/>
          </a:xfrm>
          <a:prstGeom prst="roundRect">
            <a:avLst>
              <a:gd fmla="val 9664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8" name="Google Shape;338;p41"/>
          <p:cNvSpPr/>
          <p:nvPr>
            <p:ph idx="4" type="pic"/>
          </p:nvPr>
        </p:nvSpPr>
        <p:spPr>
          <a:xfrm>
            <a:off x="1998688" y="1350150"/>
            <a:ext cx="1636500" cy="1688400"/>
          </a:xfrm>
          <a:prstGeom prst="roundRect">
            <a:avLst>
              <a:gd fmla="val 9664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9" name="Google Shape;339;p41"/>
          <p:cNvSpPr/>
          <p:nvPr>
            <p:ph idx="5" type="pic"/>
          </p:nvPr>
        </p:nvSpPr>
        <p:spPr>
          <a:xfrm>
            <a:off x="3723713" y="1350150"/>
            <a:ext cx="1636500" cy="1688400"/>
          </a:xfrm>
          <a:prstGeom prst="roundRect">
            <a:avLst>
              <a:gd fmla="val 9664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0" name="Google Shape;340;p41"/>
          <p:cNvSpPr/>
          <p:nvPr>
            <p:ph idx="6" type="pic"/>
          </p:nvPr>
        </p:nvSpPr>
        <p:spPr>
          <a:xfrm>
            <a:off x="5455300" y="1350150"/>
            <a:ext cx="1636500" cy="1688400"/>
          </a:xfrm>
          <a:prstGeom prst="roundRect">
            <a:avLst>
              <a:gd fmla="val 9664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1" name="Google Shape;341;p41"/>
          <p:cNvSpPr/>
          <p:nvPr>
            <p:ph idx="7" type="pic"/>
          </p:nvPr>
        </p:nvSpPr>
        <p:spPr>
          <a:xfrm>
            <a:off x="273650" y="3131825"/>
            <a:ext cx="1636500" cy="1728900"/>
          </a:xfrm>
          <a:prstGeom prst="roundRect">
            <a:avLst>
              <a:gd fmla="val 9664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2" name="Google Shape;342;p41"/>
          <p:cNvSpPr/>
          <p:nvPr>
            <p:ph idx="8" type="pic"/>
          </p:nvPr>
        </p:nvSpPr>
        <p:spPr>
          <a:xfrm>
            <a:off x="1998688" y="3131825"/>
            <a:ext cx="1636500" cy="1728900"/>
          </a:xfrm>
          <a:prstGeom prst="roundRect">
            <a:avLst>
              <a:gd fmla="val 9664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3" name="Google Shape;343;p41"/>
          <p:cNvSpPr/>
          <p:nvPr>
            <p:ph idx="9" type="pic"/>
          </p:nvPr>
        </p:nvSpPr>
        <p:spPr>
          <a:xfrm>
            <a:off x="3723713" y="3131825"/>
            <a:ext cx="1636500" cy="1728900"/>
          </a:xfrm>
          <a:prstGeom prst="roundRect">
            <a:avLst>
              <a:gd fmla="val 9664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4" name="Google Shape;344;p41"/>
          <p:cNvSpPr/>
          <p:nvPr>
            <p:ph idx="13" type="pic"/>
          </p:nvPr>
        </p:nvSpPr>
        <p:spPr>
          <a:xfrm>
            <a:off x="5455300" y="3131825"/>
            <a:ext cx="1636500" cy="1728900"/>
          </a:xfrm>
          <a:prstGeom prst="roundRect">
            <a:avLst>
              <a:gd fmla="val 9664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CUSTOM_36"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48" name="Google Shape;348;p4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49" name="Google Shape;349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4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52" name="Google Shape;352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5" name="Google Shape;355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356" name="Google Shape;356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"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9" name="Google Shape;359;p4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0" name="Google Shape;360;p4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1" name="Google Shape;361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4" name="Google Shape;364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4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67" name="Google Shape;367;p4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8" name="Google Shape;368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4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1" name="Google Shape;371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5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75" name="Google Shape;375;p5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76" name="Google Shape;376;p5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377" name="Google Shape;377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5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80" name="Google Shape;380;p5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381" name="Google Shape;381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4" name="Google Shape;384;p52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385" name="Google Shape;385;p52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386" name="Google Shape;386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_1"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9" name="Google Shape;389;p53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90" name="Google Shape;390;p53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391" name="Google Shape;391;p53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392" name="Google Shape;392;p53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3" name="Google Shape;393;p53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6" name="Google Shape;396;p54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397" name="Google Shape;397;p54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398" name="Google Shape;398;p54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399" name="Google Shape;399;p5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00" name="Google Shape;400;p54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1" name="Google Shape;401;p54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2" name="Google Shape;402;p54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5" name="Google Shape;405;p55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406" name="Google Shape;406;p55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407" name="Google Shape;407;p55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408" name="Google Shape;408;p55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409" name="Google Shape;409;p55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10" name="Google Shape;410;p55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1" name="Google Shape;411;p55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2" name="Google Shape;412;p55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3" name="Google Shape;413;p55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6" name="Google Shape;416;p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7" name="Google Shape;417;p56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57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0" name="Google Shape;420;p57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21" name="Google Shape;421;p57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22" name="Google Shape;422;p57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3" name="Google Shape;423;p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4" name="Google Shape;424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57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26" name="Google Shape;426;p57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58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9" name="Google Shape;429;p58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30" name="Google Shape;430;p58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31" name="Google Shape;431;p58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2" name="Google Shape;432;p58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33" name="Google Shape;433;p58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4" name="Google Shape;434;p5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5" name="Google Shape;435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36" name="Google Shape;436;p58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37" name="Google Shape;437;p58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38" name="Google Shape;438;p58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59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441" name="Google Shape;441;p5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6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4" name="Google Shape;444;p60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5" name="Google Shape;445;p60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6" name="Google Shape;446;p60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7" name="Google Shape;447;p60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8" name="Google Shape;448;p60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9" name="Google Shape;449;p60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0" name="Google Shape;450;p60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51" name="Google Shape;451;p60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2" name="Google Shape;452;p60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3" name="Google Shape;453;p60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2">
  <p:cSld name="BLANK_2">
    <p:bg>
      <p:bgPr>
        <a:solidFill>
          <a:schemeClr val="lt1"/>
        </a:solidFill>
      </p:bgPr>
    </p:bg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62"/>
          <p:cNvSpPr txBox="1"/>
          <p:nvPr>
            <p:ph idx="1" type="subTitle"/>
          </p:nvPr>
        </p:nvSpPr>
        <p:spPr>
          <a:xfrm>
            <a:off x="130200" y="4291350"/>
            <a:ext cx="4922100" cy="73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60" name="Google Shape;460;p62"/>
          <p:cNvSpPr/>
          <p:nvPr/>
        </p:nvSpPr>
        <p:spPr>
          <a:xfrm rot="-900003">
            <a:off x="2618331" y="-723216"/>
            <a:ext cx="4001240" cy="1687704"/>
          </a:xfrm>
          <a:prstGeom prst="chord">
            <a:avLst>
              <a:gd fmla="val 694140" name="adj1"/>
              <a:gd fmla="val 11948531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61" name="Google Shape;461;p62"/>
          <p:cNvSpPr txBox="1"/>
          <p:nvPr>
            <p:ph idx="2" type="subTitle"/>
          </p:nvPr>
        </p:nvSpPr>
        <p:spPr>
          <a:xfrm>
            <a:off x="138475" y="228600"/>
            <a:ext cx="21645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62" name="Google Shape;462;p62"/>
          <p:cNvSpPr/>
          <p:nvPr/>
        </p:nvSpPr>
        <p:spPr>
          <a:xfrm>
            <a:off x="228600" y="4445350"/>
            <a:ext cx="4823700" cy="21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463" name="Google Shape;463;p62"/>
          <p:cNvGrpSpPr/>
          <p:nvPr/>
        </p:nvGrpSpPr>
        <p:grpSpPr>
          <a:xfrm flipH="1" rot="10800000">
            <a:off x="4395238" y="-11"/>
            <a:ext cx="4748757" cy="2797859"/>
            <a:chOff x="3200875" y="1642950"/>
            <a:chExt cx="5970275" cy="3517550"/>
          </a:xfrm>
        </p:grpSpPr>
        <p:sp>
          <p:nvSpPr>
            <p:cNvPr id="464" name="Google Shape;464;p62"/>
            <p:cNvSpPr/>
            <p:nvPr/>
          </p:nvSpPr>
          <p:spPr>
            <a:xfrm>
              <a:off x="4208325" y="1644500"/>
              <a:ext cx="4962825" cy="3516000"/>
            </a:xfrm>
            <a:custGeom>
              <a:rect b="b" l="l" r="r" t="t"/>
              <a:pathLst>
                <a:path extrusionOk="0" h="140640" w="198513">
                  <a:moveTo>
                    <a:pt x="31387" y="0"/>
                  </a:moveTo>
                  <a:lnTo>
                    <a:pt x="0" y="140640"/>
                  </a:lnTo>
                  <a:lnTo>
                    <a:pt x="198513" y="140640"/>
                  </a:lnTo>
                  <a:lnTo>
                    <a:pt x="198513" y="6370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21000">
                  <a:schemeClr val="lt2"/>
                </a:gs>
                <a:gs pos="51000">
                  <a:schemeClr val="accent1"/>
                </a:gs>
                <a:gs pos="79000">
                  <a:schemeClr val="accent1"/>
                </a:gs>
                <a:gs pos="9100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</p:sp>
        <p:sp>
          <p:nvSpPr>
            <p:cNvPr id="465" name="Google Shape;465;p62"/>
            <p:cNvSpPr/>
            <p:nvPr/>
          </p:nvSpPr>
          <p:spPr>
            <a:xfrm>
              <a:off x="3200875" y="1642950"/>
              <a:ext cx="1795975" cy="3517550"/>
            </a:xfrm>
            <a:custGeom>
              <a:rect b="b" l="l" r="r" t="t"/>
              <a:pathLst>
                <a:path extrusionOk="0" h="140702" w="71839">
                  <a:moveTo>
                    <a:pt x="71839" y="0"/>
                  </a:moveTo>
                  <a:lnTo>
                    <a:pt x="40808" y="140702"/>
                  </a:lnTo>
                  <a:lnTo>
                    <a:pt x="0" y="140702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grpSp>
        <p:nvGrpSpPr>
          <p:cNvPr id="466" name="Google Shape;466;p62"/>
          <p:cNvGrpSpPr/>
          <p:nvPr/>
        </p:nvGrpSpPr>
        <p:grpSpPr>
          <a:xfrm flipH="1">
            <a:off x="6309311" y="2793726"/>
            <a:ext cx="2834695" cy="1890116"/>
            <a:chOff x="312900" y="2793625"/>
            <a:chExt cx="2221200" cy="1481050"/>
          </a:xfrm>
        </p:grpSpPr>
        <p:grpSp>
          <p:nvGrpSpPr>
            <p:cNvPr id="467" name="Google Shape;467;p62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468" name="Google Shape;468;p62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469" name="Google Shape;469;p6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70" name="Google Shape;470;p6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71" name="Google Shape;471;p6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472" name="Google Shape;472;p62"/>
              <p:cNvGrpSpPr/>
              <p:nvPr/>
            </p:nvGrpSpPr>
            <p:grpSpPr>
              <a:xfrm>
                <a:off x="461225" y="3619500"/>
                <a:ext cx="1480800" cy="370200"/>
                <a:chOff x="461225" y="3249175"/>
                <a:chExt cx="1480800" cy="370200"/>
              </a:xfrm>
            </p:grpSpPr>
            <p:sp>
              <p:nvSpPr>
                <p:cNvPr id="473" name="Google Shape;473;p6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74" name="Google Shape;474;p6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75" name="Google Shape;475;p6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76" name="Google Shape;476;p6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477" name="Google Shape;477;p62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478" name="Google Shape;478;p6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79" name="Google Shape;479;p6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80" name="Google Shape;480;p6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81" name="Google Shape;481;p6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482" name="Google Shape;482;p62"/>
              <p:cNvGrpSpPr/>
              <p:nvPr/>
            </p:nvGrpSpPr>
            <p:grpSpPr>
              <a:xfrm>
                <a:off x="461225" y="4360025"/>
                <a:ext cx="1480800" cy="370200"/>
                <a:chOff x="461225" y="3249175"/>
                <a:chExt cx="1480800" cy="370200"/>
              </a:xfrm>
            </p:grpSpPr>
            <p:sp>
              <p:nvSpPr>
                <p:cNvPr id="483" name="Google Shape;483;p6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84" name="Google Shape;484;p6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485" name="Google Shape;485;p62"/>
            <p:cNvSpPr/>
            <p:nvPr/>
          </p:nvSpPr>
          <p:spPr>
            <a:xfrm>
              <a:off x="2163900" y="390358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486" name="Google Shape;486;p62"/>
          <p:cNvSpPr txBox="1"/>
          <p:nvPr>
            <p:ph type="title"/>
          </p:nvPr>
        </p:nvSpPr>
        <p:spPr>
          <a:xfrm>
            <a:off x="74600" y="2891050"/>
            <a:ext cx="5876700" cy="144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_3"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8" name="Google Shape;488;p63"/>
          <p:cNvGrpSpPr/>
          <p:nvPr/>
        </p:nvGrpSpPr>
        <p:grpSpPr>
          <a:xfrm flipH="1">
            <a:off x="6169505" y="2816179"/>
            <a:ext cx="2979740" cy="1986829"/>
            <a:chOff x="312900" y="2793625"/>
            <a:chExt cx="2221200" cy="1481050"/>
          </a:xfrm>
        </p:grpSpPr>
        <p:grpSp>
          <p:nvGrpSpPr>
            <p:cNvPr id="489" name="Google Shape;489;p63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490" name="Google Shape;490;p63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491" name="Google Shape;491;p6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92" name="Google Shape;492;p6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93" name="Google Shape;493;p6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94" name="Google Shape;494;p6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95" name="Google Shape;495;p6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496" name="Google Shape;496;p6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497" name="Google Shape;497;p6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98" name="Google Shape;498;p6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99" name="Google Shape;499;p6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0" name="Google Shape;500;p6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1" name="Google Shape;501;p6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02" name="Google Shape;502;p63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03" name="Google Shape;503;p6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4" name="Google Shape;504;p6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5" name="Google Shape;505;p6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6" name="Google Shape;506;p6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7" name="Google Shape;507;p6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08" name="Google Shape;508;p6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09" name="Google Shape;509;p6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0" name="Google Shape;510;p6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1" name="Google Shape;511;p6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2" name="Google Shape;512;p6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3" name="Google Shape;513;p6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14" name="Google Shape;514;p63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515" name="Google Shape;515;p63"/>
          <p:cNvSpPr/>
          <p:nvPr/>
        </p:nvSpPr>
        <p:spPr>
          <a:xfrm flipH="1">
            <a:off x="12" y="3308203"/>
            <a:ext cx="9143963" cy="183531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16" name="Google Shape;516;p63"/>
          <p:cNvSpPr/>
          <p:nvPr/>
        </p:nvSpPr>
        <p:spPr>
          <a:xfrm>
            <a:off x="11" y="26114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17" name="Google Shape;517;p63"/>
          <p:cNvSpPr/>
          <p:nvPr/>
        </p:nvSpPr>
        <p:spPr>
          <a:xfrm flipH="1">
            <a:off x="3311207" y="2592556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18" name="Google Shape;518;p63"/>
          <p:cNvSpPr/>
          <p:nvPr/>
        </p:nvSpPr>
        <p:spPr>
          <a:xfrm flipH="1" rot="-5400000">
            <a:off x="1299729" y="2592569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19" name="Google Shape;519;p63"/>
          <p:cNvSpPr txBox="1"/>
          <p:nvPr>
            <p:ph type="title"/>
          </p:nvPr>
        </p:nvSpPr>
        <p:spPr>
          <a:xfrm>
            <a:off x="115025" y="502775"/>
            <a:ext cx="4183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20" name="Google Shape;520;p63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21" name="Google Shape;521;p63"/>
          <p:cNvSpPr txBox="1"/>
          <p:nvPr>
            <p:ph idx="1" type="body"/>
          </p:nvPr>
        </p:nvSpPr>
        <p:spPr>
          <a:xfrm>
            <a:off x="3511550" y="587150"/>
            <a:ext cx="4371600" cy="25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522" name="Google Shape;522;p63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2"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4" name="Google Shape;524;p64"/>
          <p:cNvGrpSpPr/>
          <p:nvPr/>
        </p:nvGrpSpPr>
        <p:grpSpPr>
          <a:xfrm flipH="1">
            <a:off x="6169505" y="228779"/>
            <a:ext cx="2979740" cy="1986829"/>
            <a:chOff x="312900" y="2793625"/>
            <a:chExt cx="2221200" cy="1481050"/>
          </a:xfrm>
        </p:grpSpPr>
        <p:grpSp>
          <p:nvGrpSpPr>
            <p:cNvPr id="525" name="Google Shape;525;p64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526" name="Google Shape;526;p64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27" name="Google Shape;527;p6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8" name="Google Shape;528;p6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9" name="Google Shape;529;p6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0" name="Google Shape;530;p6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1" name="Google Shape;531;p6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32" name="Google Shape;532;p64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33" name="Google Shape;533;p6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4" name="Google Shape;534;p6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5" name="Google Shape;535;p6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6" name="Google Shape;536;p6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7" name="Google Shape;537;p6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38" name="Google Shape;538;p64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39" name="Google Shape;539;p6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0" name="Google Shape;540;p6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1" name="Google Shape;541;p6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2" name="Google Shape;542;p6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3" name="Google Shape;543;p6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44" name="Google Shape;544;p64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45" name="Google Shape;545;p6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6" name="Google Shape;546;p6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7" name="Google Shape;547;p6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8" name="Google Shape;548;p6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9" name="Google Shape;549;p6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50" name="Google Shape;550;p64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551" name="Google Shape;551;p64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2" name="Google Shape;552;p64"/>
          <p:cNvSpPr/>
          <p:nvPr/>
        </p:nvSpPr>
        <p:spPr>
          <a:xfrm flipH="1">
            <a:off x="8423546" y="30872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485775" rotWithShape="0" algn="bl" dir="7800000" dist="76200">
              <a:schemeClr val="accent1">
                <a:alpha val="27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53" name="Google Shape;553;p64"/>
          <p:cNvSpPr/>
          <p:nvPr/>
        </p:nvSpPr>
        <p:spPr>
          <a:xfrm rot="-5400000">
            <a:off x="4618961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328613" rotWithShape="0" algn="bl" dir="2700000" dist="28575">
              <a:schemeClr val="accent1">
                <a:alpha val="28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54" name="Google Shape;554;p64"/>
          <p:cNvSpPr/>
          <p:nvPr/>
        </p:nvSpPr>
        <p:spPr>
          <a:xfrm>
            <a:off x="6521248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  <a:effectLst>
            <a:outerShdw blurRad="342900" rotWithShape="0" algn="bl" dir="5400000" dist="38100">
              <a:schemeClr val="accent3">
                <a:alpha val="3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55" name="Google Shape;555;p64"/>
          <p:cNvSpPr txBox="1"/>
          <p:nvPr>
            <p:ph idx="1" type="body"/>
          </p:nvPr>
        </p:nvSpPr>
        <p:spPr>
          <a:xfrm>
            <a:off x="115025" y="908975"/>
            <a:ext cx="5369100" cy="24780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4572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4572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4572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4572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4572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4572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4572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4572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556" name="Google Shape;556;p64"/>
          <p:cNvSpPr txBox="1"/>
          <p:nvPr>
            <p:ph idx="2" type="title"/>
          </p:nvPr>
        </p:nvSpPr>
        <p:spPr>
          <a:xfrm>
            <a:off x="115025" y="502775"/>
            <a:ext cx="4183800" cy="4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557" name="Google Shape;557;p64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Alt 1">
  <p:cSld name="BLANK_1_1_1"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9" name="Google Shape;559;p65"/>
          <p:cNvGrpSpPr/>
          <p:nvPr/>
        </p:nvGrpSpPr>
        <p:grpSpPr>
          <a:xfrm>
            <a:off x="228600" y="2793625"/>
            <a:ext cx="2221200" cy="1481050"/>
            <a:chOff x="312900" y="2793625"/>
            <a:chExt cx="2221200" cy="1481050"/>
          </a:xfrm>
        </p:grpSpPr>
        <p:grpSp>
          <p:nvGrpSpPr>
            <p:cNvPr id="560" name="Google Shape;560;p65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561" name="Google Shape;561;p65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62" name="Google Shape;562;p6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3" name="Google Shape;563;p6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4" name="Google Shape;564;p6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5" name="Google Shape;565;p6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6" name="Google Shape;566;p6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67" name="Google Shape;567;p65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68" name="Google Shape;568;p6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9" name="Google Shape;569;p6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0" name="Google Shape;570;p6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1" name="Google Shape;571;p6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2" name="Google Shape;572;p6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73" name="Google Shape;573;p65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74" name="Google Shape;574;p6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5" name="Google Shape;575;p6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6" name="Google Shape;576;p6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7" name="Google Shape;577;p6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8" name="Google Shape;578;p6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79" name="Google Shape;579;p65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80" name="Google Shape;580;p6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1" name="Google Shape;581;p6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2" name="Google Shape;582;p6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3" name="Google Shape;583;p6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4" name="Google Shape;584;p6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85" name="Google Shape;585;p65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586" name="Google Shape;586;p65"/>
          <p:cNvGrpSpPr/>
          <p:nvPr/>
        </p:nvGrpSpPr>
        <p:grpSpPr>
          <a:xfrm>
            <a:off x="7663200" y="-725"/>
            <a:ext cx="1480800" cy="1396025"/>
            <a:chOff x="461225" y="3334200"/>
            <a:chExt cx="1480800" cy="1396025"/>
          </a:xfrm>
        </p:grpSpPr>
        <p:grpSp>
          <p:nvGrpSpPr>
            <p:cNvPr id="587" name="Google Shape;587;p65"/>
            <p:cNvGrpSpPr/>
            <p:nvPr/>
          </p:nvGrpSpPr>
          <p:grpSpPr>
            <a:xfrm>
              <a:off x="461225" y="3334200"/>
              <a:ext cx="1480800" cy="285300"/>
              <a:chOff x="461225" y="3334200"/>
              <a:chExt cx="1480800" cy="285300"/>
            </a:xfrm>
          </p:grpSpPr>
          <p:sp>
            <p:nvSpPr>
              <p:cNvPr id="588" name="Google Shape;588;p65"/>
              <p:cNvSpPr/>
              <p:nvPr/>
            </p:nvSpPr>
            <p:spPr>
              <a:xfrm>
                <a:off x="4612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89" name="Google Shape;589;p65"/>
              <p:cNvSpPr/>
              <p:nvPr/>
            </p:nvSpPr>
            <p:spPr>
              <a:xfrm>
                <a:off x="8314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90" name="Google Shape;590;p65"/>
              <p:cNvSpPr/>
              <p:nvPr/>
            </p:nvSpPr>
            <p:spPr>
              <a:xfrm>
                <a:off x="12016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91" name="Google Shape;591;p65"/>
              <p:cNvSpPr/>
              <p:nvPr/>
            </p:nvSpPr>
            <p:spPr>
              <a:xfrm>
                <a:off x="15718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592" name="Google Shape;592;p65"/>
            <p:cNvGrpSpPr/>
            <p:nvPr/>
          </p:nvGrpSpPr>
          <p:grpSpPr>
            <a:xfrm>
              <a:off x="461225" y="3619500"/>
              <a:ext cx="1480800" cy="370200"/>
              <a:chOff x="461225" y="3249175"/>
              <a:chExt cx="1480800" cy="370200"/>
            </a:xfrm>
          </p:grpSpPr>
          <p:sp>
            <p:nvSpPr>
              <p:cNvPr id="593" name="Google Shape;593;p6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94" name="Google Shape;594;p6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95" name="Google Shape;595;p6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96" name="Google Shape;596;p6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597" name="Google Shape;597;p65"/>
            <p:cNvGrpSpPr/>
            <p:nvPr/>
          </p:nvGrpSpPr>
          <p:grpSpPr>
            <a:xfrm>
              <a:off x="461225" y="3989700"/>
              <a:ext cx="1480800" cy="370200"/>
              <a:chOff x="461225" y="3249175"/>
              <a:chExt cx="1480800" cy="370200"/>
            </a:xfrm>
          </p:grpSpPr>
          <p:sp>
            <p:nvSpPr>
              <p:cNvPr id="598" name="Google Shape;598;p6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99" name="Google Shape;599;p6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00" name="Google Shape;600;p6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01" name="Google Shape;601;p6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02" name="Google Shape;602;p65"/>
            <p:cNvGrpSpPr/>
            <p:nvPr/>
          </p:nvGrpSpPr>
          <p:grpSpPr>
            <a:xfrm>
              <a:off x="461225" y="4360025"/>
              <a:ext cx="1480800" cy="370200"/>
              <a:chOff x="461225" y="3249175"/>
              <a:chExt cx="1480800" cy="370200"/>
            </a:xfrm>
          </p:grpSpPr>
          <p:sp>
            <p:nvSpPr>
              <p:cNvPr id="603" name="Google Shape;603;p6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04" name="Google Shape;604;p6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05" name="Google Shape;605;p6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06" name="Google Shape;606;p6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grpSp>
        <p:nvGrpSpPr>
          <p:cNvPr id="607" name="Google Shape;607;p65"/>
          <p:cNvGrpSpPr/>
          <p:nvPr/>
        </p:nvGrpSpPr>
        <p:grpSpPr>
          <a:xfrm>
            <a:off x="1843925" y="-725"/>
            <a:ext cx="7300075" cy="5144088"/>
            <a:chOff x="1870575" y="-635"/>
            <a:chExt cx="7300075" cy="5174097"/>
          </a:xfrm>
        </p:grpSpPr>
        <p:sp>
          <p:nvSpPr>
            <p:cNvPr id="608" name="Google Shape;608;p65"/>
            <p:cNvSpPr/>
            <p:nvPr/>
          </p:nvSpPr>
          <p:spPr>
            <a:xfrm>
              <a:off x="1870575" y="-635"/>
              <a:ext cx="7300075" cy="4989625"/>
            </a:xfrm>
            <a:custGeom>
              <a:rect b="b" l="l" r="r" t="t"/>
              <a:pathLst>
                <a:path extrusionOk="0" h="199585" w="292003">
                  <a:moveTo>
                    <a:pt x="76429" y="0"/>
                  </a:moveTo>
                  <a:lnTo>
                    <a:pt x="0" y="163603"/>
                  </a:lnTo>
                  <a:lnTo>
                    <a:pt x="250486" y="199585"/>
                  </a:lnTo>
                  <a:lnTo>
                    <a:pt x="292003" y="107785"/>
                  </a:lnTo>
                  <a:lnTo>
                    <a:pt x="292003" y="52891"/>
                  </a:lnTo>
                  <a:lnTo>
                    <a:pt x="234162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77000">
                  <a:schemeClr val="accent1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609" name="Google Shape;609;p65"/>
            <p:cNvSpPr/>
            <p:nvPr/>
          </p:nvSpPr>
          <p:spPr>
            <a:xfrm>
              <a:off x="1870575" y="4089437"/>
              <a:ext cx="6285225" cy="1084025"/>
            </a:xfrm>
            <a:custGeom>
              <a:rect b="b" l="l" r="r" t="t"/>
              <a:pathLst>
                <a:path extrusionOk="0" h="43361" w="251409">
                  <a:moveTo>
                    <a:pt x="0" y="0"/>
                  </a:moveTo>
                  <a:lnTo>
                    <a:pt x="6458" y="43361"/>
                  </a:lnTo>
                  <a:lnTo>
                    <a:pt x="251409" y="43361"/>
                  </a:lnTo>
                  <a:lnTo>
                    <a:pt x="250494" y="3593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610" name="Google Shape;610;p65"/>
          <p:cNvSpPr txBox="1"/>
          <p:nvPr>
            <p:ph idx="1" type="body"/>
          </p:nvPr>
        </p:nvSpPr>
        <p:spPr>
          <a:xfrm>
            <a:off x="4631450" y="2170025"/>
            <a:ext cx="2896200" cy="188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286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28600" lvl="8" marL="411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611" name="Google Shape;611;p6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12" name="Google Shape;612;p65"/>
          <p:cNvSpPr txBox="1"/>
          <p:nvPr>
            <p:ph idx="2" type="body"/>
          </p:nvPr>
        </p:nvSpPr>
        <p:spPr>
          <a:xfrm>
            <a:off x="4631450" y="827575"/>
            <a:ext cx="2896200" cy="12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613" name="Google Shape;613;p65"/>
          <p:cNvSpPr txBox="1"/>
          <p:nvPr>
            <p:ph idx="3" type="title"/>
          </p:nvPr>
        </p:nvSpPr>
        <p:spPr>
          <a:xfrm>
            <a:off x="115025" y="502775"/>
            <a:ext cx="39054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614" name="Google Shape;614;p65"/>
          <p:cNvSpPr txBox="1"/>
          <p:nvPr>
            <p:ph idx="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3 images">
  <p:cSld name="BLANK_1_1_1_1_2">
    <p:bg>
      <p:bgPr>
        <a:solidFill>
          <a:schemeClr val="lt1"/>
        </a:solidFill>
      </p:bgPr>
    </p:bg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66"/>
          <p:cNvSpPr/>
          <p:nvPr/>
        </p:nvSpPr>
        <p:spPr>
          <a:xfrm flipH="1" rot="10800000">
            <a:off x="4482600" y="741600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17" name="Google Shape;617;p66"/>
          <p:cNvSpPr/>
          <p:nvPr/>
        </p:nvSpPr>
        <p:spPr>
          <a:xfrm flipH="1" rot="10800000">
            <a:off x="4482600" y="1014475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18" name="Google Shape;618;p66"/>
          <p:cNvSpPr/>
          <p:nvPr/>
        </p:nvSpPr>
        <p:spPr>
          <a:xfrm flipH="1" rot="10800000">
            <a:off x="4482600" y="1594038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19" name="Google Shape;619;p66"/>
          <p:cNvSpPr/>
          <p:nvPr/>
        </p:nvSpPr>
        <p:spPr>
          <a:xfrm flipH="1" rot="10800000">
            <a:off x="4482600" y="1291263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20" name="Google Shape;620;p66"/>
          <p:cNvSpPr txBox="1"/>
          <p:nvPr>
            <p:ph type="title"/>
          </p:nvPr>
        </p:nvSpPr>
        <p:spPr>
          <a:xfrm>
            <a:off x="91950" y="292050"/>
            <a:ext cx="4390500" cy="16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621" name="Google Shape;621;p66"/>
          <p:cNvSpPr/>
          <p:nvPr>
            <p:ph idx="2" type="pic"/>
          </p:nvPr>
        </p:nvSpPr>
        <p:spPr>
          <a:xfrm>
            <a:off x="225300" y="3132125"/>
            <a:ext cx="1849800" cy="1770300"/>
          </a:xfrm>
          <a:prstGeom prst="rect">
            <a:avLst/>
          </a:prstGeom>
          <a:noFill/>
          <a:ln>
            <a:noFill/>
          </a:ln>
        </p:spPr>
      </p:sp>
      <p:sp>
        <p:nvSpPr>
          <p:cNvPr id="622" name="Google Shape;622;p66"/>
          <p:cNvSpPr/>
          <p:nvPr>
            <p:ph idx="3" type="pic"/>
          </p:nvPr>
        </p:nvSpPr>
        <p:spPr>
          <a:xfrm>
            <a:off x="5262525" y="228600"/>
            <a:ext cx="18651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623" name="Google Shape;623;p66"/>
          <p:cNvSpPr/>
          <p:nvPr>
            <p:ph idx="4" type="pic"/>
          </p:nvPr>
        </p:nvSpPr>
        <p:spPr>
          <a:xfrm>
            <a:off x="7281675" y="228600"/>
            <a:ext cx="18498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624" name="Google Shape;624;p66"/>
          <p:cNvSpPr txBox="1"/>
          <p:nvPr>
            <p:ph idx="1" type="subTitle"/>
          </p:nvPr>
        </p:nvSpPr>
        <p:spPr>
          <a:xfrm>
            <a:off x="526252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25" name="Google Shape;625;p66"/>
          <p:cNvSpPr txBox="1"/>
          <p:nvPr>
            <p:ph idx="5" type="subTitle"/>
          </p:nvPr>
        </p:nvSpPr>
        <p:spPr>
          <a:xfrm>
            <a:off x="728167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26" name="Google Shape;626;p66"/>
          <p:cNvSpPr txBox="1"/>
          <p:nvPr>
            <p:ph idx="6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27" name="Google Shape;627;p66"/>
          <p:cNvSpPr txBox="1"/>
          <p:nvPr>
            <p:ph idx="7" type="title"/>
          </p:nvPr>
        </p:nvSpPr>
        <p:spPr>
          <a:xfrm>
            <a:off x="7420225" y="4723025"/>
            <a:ext cx="1583400" cy="189300"/>
          </a:xfrm>
          <a:prstGeom prst="rect">
            <a:avLst/>
          </a:prstGeom>
        </p:spPr>
        <p:txBody>
          <a:bodyPr anchorCtr="0" anchor="b" bIns="0" lIns="18287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628" name="Google Shape;628;p66"/>
          <p:cNvSpPr txBox="1"/>
          <p:nvPr>
            <p:ph idx="8" type="subTitle"/>
          </p:nvPr>
        </p:nvSpPr>
        <p:spPr>
          <a:xfrm>
            <a:off x="2216381" y="3132125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629" name="Google Shape;629;p66"/>
          <p:cNvGrpSpPr/>
          <p:nvPr/>
        </p:nvGrpSpPr>
        <p:grpSpPr>
          <a:xfrm>
            <a:off x="4308382" y="2704009"/>
            <a:ext cx="4833127" cy="2437045"/>
            <a:chOff x="4308382" y="2704009"/>
            <a:chExt cx="4833127" cy="2437045"/>
          </a:xfrm>
        </p:grpSpPr>
        <p:sp>
          <p:nvSpPr>
            <p:cNvPr id="630" name="Google Shape;630;p66"/>
            <p:cNvSpPr/>
            <p:nvPr/>
          </p:nvSpPr>
          <p:spPr>
            <a:xfrm>
              <a:off x="4308382" y="4487840"/>
              <a:ext cx="4833127" cy="653214"/>
            </a:xfrm>
            <a:custGeom>
              <a:rect b="b" l="l" r="r" t="t"/>
              <a:pathLst>
                <a:path extrusionOk="0" h="12128" w="89735">
                  <a:moveTo>
                    <a:pt x="6834" y="1"/>
                  </a:moveTo>
                  <a:lnTo>
                    <a:pt x="6030" y="336"/>
                  </a:lnTo>
                  <a:lnTo>
                    <a:pt x="5271" y="671"/>
                  </a:lnTo>
                  <a:lnTo>
                    <a:pt x="4556" y="1006"/>
                  </a:lnTo>
                  <a:lnTo>
                    <a:pt x="3887" y="1363"/>
                  </a:lnTo>
                  <a:lnTo>
                    <a:pt x="3284" y="1720"/>
                  </a:lnTo>
                  <a:lnTo>
                    <a:pt x="2703" y="2078"/>
                  </a:lnTo>
                  <a:lnTo>
                    <a:pt x="2212" y="2457"/>
                  </a:lnTo>
                  <a:lnTo>
                    <a:pt x="1743" y="2815"/>
                  </a:lnTo>
                  <a:lnTo>
                    <a:pt x="1341" y="3194"/>
                  </a:lnTo>
                  <a:lnTo>
                    <a:pt x="983" y="3574"/>
                  </a:lnTo>
                  <a:lnTo>
                    <a:pt x="693" y="3954"/>
                  </a:lnTo>
                  <a:lnTo>
                    <a:pt x="447" y="4333"/>
                  </a:lnTo>
                  <a:lnTo>
                    <a:pt x="246" y="4713"/>
                  </a:lnTo>
                  <a:lnTo>
                    <a:pt x="112" y="5093"/>
                  </a:lnTo>
                  <a:lnTo>
                    <a:pt x="68" y="5294"/>
                  </a:lnTo>
                  <a:lnTo>
                    <a:pt x="45" y="5495"/>
                  </a:lnTo>
                  <a:lnTo>
                    <a:pt x="23" y="5673"/>
                  </a:lnTo>
                  <a:lnTo>
                    <a:pt x="1" y="5874"/>
                  </a:lnTo>
                  <a:lnTo>
                    <a:pt x="23" y="6098"/>
                  </a:lnTo>
                  <a:lnTo>
                    <a:pt x="45" y="6299"/>
                  </a:lnTo>
                  <a:lnTo>
                    <a:pt x="90" y="6500"/>
                  </a:lnTo>
                  <a:lnTo>
                    <a:pt x="135" y="6723"/>
                  </a:lnTo>
                  <a:lnTo>
                    <a:pt x="202" y="6924"/>
                  </a:lnTo>
                  <a:lnTo>
                    <a:pt x="291" y="7125"/>
                  </a:lnTo>
                  <a:lnTo>
                    <a:pt x="403" y="7326"/>
                  </a:lnTo>
                  <a:lnTo>
                    <a:pt x="514" y="7527"/>
                  </a:lnTo>
                  <a:lnTo>
                    <a:pt x="782" y="7951"/>
                  </a:lnTo>
                  <a:lnTo>
                    <a:pt x="1140" y="8353"/>
                  </a:lnTo>
                  <a:lnTo>
                    <a:pt x="1542" y="8755"/>
                  </a:lnTo>
                  <a:lnTo>
                    <a:pt x="2011" y="9157"/>
                  </a:lnTo>
                  <a:lnTo>
                    <a:pt x="2524" y="9537"/>
                  </a:lnTo>
                  <a:lnTo>
                    <a:pt x="3105" y="9939"/>
                  </a:lnTo>
                  <a:lnTo>
                    <a:pt x="3753" y="10319"/>
                  </a:lnTo>
                  <a:lnTo>
                    <a:pt x="4445" y="10698"/>
                  </a:lnTo>
                  <a:lnTo>
                    <a:pt x="5204" y="11056"/>
                  </a:lnTo>
                  <a:lnTo>
                    <a:pt x="6030" y="11435"/>
                  </a:lnTo>
                  <a:lnTo>
                    <a:pt x="6901" y="11793"/>
                  </a:lnTo>
                  <a:lnTo>
                    <a:pt x="7839" y="12128"/>
                  </a:lnTo>
                  <a:lnTo>
                    <a:pt x="84799" y="12128"/>
                  </a:lnTo>
                  <a:lnTo>
                    <a:pt x="89734" y="9783"/>
                  </a:lnTo>
                  <a:lnTo>
                    <a:pt x="89734" y="1966"/>
                  </a:lnTo>
                  <a:lnTo>
                    <a:pt x="89310" y="1698"/>
                  </a:lnTo>
                  <a:lnTo>
                    <a:pt x="88886" y="1452"/>
                  </a:lnTo>
                  <a:lnTo>
                    <a:pt x="88439" y="1207"/>
                  </a:lnTo>
                  <a:lnTo>
                    <a:pt x="87948" y="961"/>
                  </a:lnTo>
                  <a:lnTo>
                    <a:pt x="86920" y="470"/>
                  </a:lnTo>
                  <a:lnTo>
                    <a:pt x="85781" y="1"/>
                  </a:lnTo>
                  <a:lnTo>
                    <a:pt x="84977" y="314"/>
                  </a:lnTo>
                  <a:lnTo>
                    <a:pt x="84106" y="604"/>
                  </a:lnTo>
                  <a:lnTo>
                    <a:pt x="83235" y="917"/>
                  </a:lnTo>
                  <a:lnTo>
                    <a:pt x="82297" y="1185"/>
                  </a:lnTo>
                  <a:lnTo>
                    <a:pt x="81359" y="1475"/>
                  </a:lnTo>
                  <a:lnTo>
                    <a:pt x="80355" y="1743"/>
                  </a:lnTo>
                  <a:lnTo>
                    <a:pt x="79350" y="2011"/>
                  </a:lnTo>
                  <a:lnTo>
                    <a:pt x="78300" y="2256"/>
                  </a:lnTo>
                  <a:lnTo>
                    <a:pt x="77228" y="2502"/>
                  </a:lnTo>
                  <a:lnTo>
                    <a:pt x="76111" y="2725"/>
                  </a:lnTo>
                  <a:lnTo>
                    <a:pt x="74972" y="2971"/>
                  </a:lnTo>
                  <a:lnTo>
                    <a:pt x="73811" y="3172"/>
                  </a:lnTo>
                  <a:lnTo>
                    <a:pt x="72627" y="3395"/>
                  </a:lnTo>
                  <a:lnTo>
                    <a:pt x="71421" y="3574"/>
                  </a:lnTo>
                  <a:lnTo>
                    <a:pt x="68920" y="3954"/>
                  </a:lnTo>
                  <a:lnTo>
                    <a:pt x="66329" y="4266"/>
                  </a:lnTo>
                  <a:lnTo>
                    <a:pt x="63672" y="4557"/>
                  </a:lnTo>
                  <a:lnTo>
                    <a:pt x="60925" y="4802"/>
                  </a:lnTo>
                  <a:lnTo>
                    <a:pt x="58111" y="5003"/>
                  </a:lnTo>
                  <a:lnTo>
                    <a:pt x="55230" y="5160"/>
                  </a:lnTo>
                  <a:lnTo>
                    <a:pt x="52304" y="5271"/>
                  </a:lnTo>
                  <a:lnTo>
                    <a:pt x="49334" y="5361"/>
                  </a:lnTo>
                  <a:lnTo>
                    <a:pt x="46319" y="5383"/>
                  </a:lnTo>
                  <a:lnTo>
                    <a:pt x="43282" y="5361"/>
                  </a:lnTo>
                  <a:lnTo>
                    <a:pt x="40312" y="5271"/>
                  </a:lnTo>
                  <a:lnTo>
                    <a:pt x="37386" y="5160"/>
                  </a:lnTo>
                  <a:lnTo>
                    <a:pt x="34505" y="5003"/>
                  </a:lnTo>
                  <a:lnTo>
                    <a:pt x="31691" y="4802"/>
                  </a:lnTo>
                  <a:lnTo>
                    <a:pt x="28944" y="4557"/>
                  </a:lnTo>
                  <a:lnTo>
                    <a:pt x="26286" y="4266"/>
                  </a:lnTo>
                  <a:lnTo>
                    <a:pt x="23696" y="3954"/>
                  </a:lnTo>
                  <a:lnTo>
                    <a:pt x="21195" y="3574"/>
                  </a:lnTo>
                  <a:lnTo>
                    <a:pt x="19989" y="3395"/>
                  </a:lnTo>
                  <a:lnTo>
                    <a:pt x="18805" y="3172"/>
                  </a:lnTo>
                  <a:lnTo>
                    <a:pt x="17644" y="2971"/>
                  </a:lnTo>
                  <a:lnTo>
                    <a:pt x="16505" y="2725"/>
                  </a:lnTo>
                  <a:lnTo>
                    <a:pt x="15410" y="2502"/>
                  </a:lnTo>
                  <a:lnTo>
                    <a:pt x="14316" y="2256"/>
                  </a:lnTo>
                  <a:lnTo>
                    <a:pt x="13266" y="2011"/>
                  </a:lnTo>
                  <a:lnTo>
                    <a:pt x="12261" y="1743"/>
                  </a:lnTo>
                  <a:lnTo>
                    <a:pt x="11279" y="1475"/>
                  </a:lnTo>
                  <a:lnTo>
                    <a:pt x="10318" y="1185"/>
                  </a:lnTo>
                  <a:lnTo>
                    <a:pt x="9403" y="917"/>
                  </a:lnTo>
                  <a:lnTo>
                    <a:pt x="8509" y="604"/>
                  </a:lnTo>
                  <a:lnTo>
                    <a:pt x="7661" y="314"/>
                  </a:lnTo>
                  <a:lnTo>
                    <a:pt x="6834" y="1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631" name="Google Shape;631;p66"/>
            <p:cNvSpPr/>
            <p:nvPr/>
          </p:nvSpPr>
          <p:spPr>
            <a:xfrm>
              <a:off x="4308382" y="3740892"/>
              <a:ext cx="4833127" cy="741006"/>
            </a:xfrm>
            <a:custGeom>
              <a:rect b="b" l="l" r="r" t="t"/>
              <a:pathLst>
                <a:path extrusionOk="0" h="13758" w="89735">
                  <a:moveTo>
                    <a:pt x="13289" y="0"/>
                  </a:moveTo>
                  <a:lnTo>
                    <a:pt x="11725" y="402"/>
                  </a:lnTo>
                  <a:lnTo>
                    <a:pt x="10251" y="826"/>
                  </a:lnTo>
                  <a:lnTo>
                    <a:pt x="8889" y="1251"/>
                  </a:lnTo>
                  <a:lnTo>
                    <a:pt x="7594" y="1697"/>
                  </a:lnTo>
                  <a:lnTo>
                    <a:pt x="6410" y="2166"/>
                  </a:lnTo>
                  <a:lnTo>
                    <a:pt x="5316" y="2635"/>
                  </a:lnTo>
                  <a:lnTo>
                    <a:pt x="4333" y="3127"/>
                  </a:lnTo>
                  <a:lnTo>
                    <a:pt x="3864" y="3372"/>
                  </a:lnTo>
                  <a:lnTo>
                    <a:pt x="3440" y="3618"/>
                  </a:lnTo>
                  <a:lnTo>
                    <a:pt x="3038" y="3886"/>
                  </a:lnTo>
                  <a:lnTo>
                    <a:pt x="2636" y="4132"/>
                  </a:lnTo>
                  <a:lnTo>
                    <a:pt x="2279" y="4377"/>
                  </a:lnTo>
                  <a:lnTo>
                    <a:pt x="1944" y="4645"/>
                  </a:lnTo>
                  <a:lnTo>
                    <a:pt x="1653" y="4913"/>
                  </a:lnTo>
                  <a:lnTo>
                    <a:pt x="1363" y="5159"/>
                  </a:lnTo>
                  <a:lnTo>
                    <a:pt x="1117" y="5427"/>
                  </a:lnTo>
                  <a:lnTo>
                    <a:pt x="872" y="5695"/>
                  </a:lnTo>
                  <a:lnTo>
                    <a:pt x="671" y="5963"/>
                  </a:lnTo>
                  <a:lnTo>
                    <a:pt x="492" y="6231"/>
                  </a:lnTo>
                  <a:lnTo>
                    <a:pt x="358" y="6499"/>
                  </a:lnTo>
                  <a:lnTo>
                    <a:pt x="224" y="6789"/>
                  </a:lnTo>
                  <a:lnTo>
                    <a:pt x="135" y="7057"/>
                  </a:lnTo>
                  <a:lnTo>
                    <a:pt x="68" y="7325"/>
                  </a:lnTo>
                  <a:lnTo>
                    <a:pt x="23" y="7616"/>
                  </a:lnTo>
                  <a:lnTo>
                    <a:pt x="1" y="7884"/>
                  </a:lnTo>
                  <a:lnTo>
                    <a:pt x="23" y="8085"/>
                  </a:lnTo>
                  <a:lnTo>
                    <a:pt x="45" y="8263"/>
                  </a:lnTo>
                  <a:lnTo>
                    <a:pt x="68" y="8464"/>
                  </a:lnTo>
                  <a:lnTo>
                    <a:pt x="112" y="8665"/>
                  </a:lnTo>
                  <a:lnTo>
                    <a:pt x="246" y="9045"/>
                  </a:lnTo>
                  <a:lnTo>
                    <a:pt x="447" y="9425"/>
                  </a:lnTo>
                  <a:lnTo>
                    <a:pt x="693" y="9804"/>
                  </a:lnTo>
                  <a:lnTo>
                    <a:pt x="983" y="10184"/>
                  </a:lnTo>
                  <a:lnTo>
                    <a:pt x="1341" y="10564"/>
                  </a:lnTo>
                  <a:lnTo>
                    <a:pt x="1743" y="10943"/>
                  </a:lnTo>
                  <a:lnTo>
                    <a:pt x="2212" y="11301"/>
                  </a:lnTo>
                  <a:lnTo>
                    <a:pt x="2703" y="11680"/>
                  </a:lnTo>
                  <a:lnTo>
                    <a:pt x="3284" y="12038"/>
                  </a:lnTo>
                  <a:lnTo>
                    <a:pt x="3887" y="12395"/>
                  </a:lnTo>
                  <a:lnTo>
                    <a:pt x="4556" y="12752"/>
                  </a:lnTo>
                  <a:lnTo>
                    <a:pt x="5271" y="13087"/>
                  </a:lnTo>
                  <a:lnTo>
                    <a:pt x="6030" y="13422"/>
                  </a:lnTo>
                  <a:lnTo>
                    <a:pt x="6834" y="13757"/>
                  </a:lnTo>
                  <a:lnTo>
                    <a:pt x="7661" y="13445"/>
                  </a:lnTo>
                  <a:lnTo>
                    <a:pt x="8509" y="13154"/>
                  </a:lnTo>
                  <a:lnTo>
                    <a:pt x="9403" y="12864"/>
                  </a:lnTo>
                  <a:lnTo>
                    <a:pt x="10318" y="12574"/>
                  </a:lnTo>
                  <a:lnTo>
                    <a:pt x="11279" y="12283"/>
                  </a:lnTo>
                  <a:lnTo>
                    <a:pt x="12261" y="12015"/>
                  </a:lnTo>
                  <a:lnTo>
                    <a:pt x="13266" y="11747"/>
                  </a:lnTo>
                  <a:lnTo>
                    <a:pt x="14316" y="11502"/>
                  </a:lnTo>
                  <a:lnTo>
                    <a:pt x="15410" y="11256"/>
                  </a:lnTo>
                  <a:lnTo>
                    <a:pt x="16505" y="11033"/>
                  </a:lnTo>
                  <a:lnTo>
                    <a:pt x="17644" y="10809"/>
                  </a:lnTo>
                  <a:lnTo>
                    <a:pt x="18805" y="10586"/>
                  </a:lnTo>
                  <a:lnTo>
                    <a:pt x="19989" y="10385"/>
                  </a:lnTo>
                  <a:lnTo>
                    <a:pt x="21195" y="10184"/>
                  </a:lnTo>
                  <a:lnTo>
                    <a:pt x="23696" y="9804"/>
                  </a:lnTo>
                  <a:lnTo>
                    <a:pt x="26286" y="9492"/>
                  </a:lnTo>
                  <a:lnTo>
                    <a:pt x="28944" y="9201"/>
                  </a:lnTo>
                  <a:lnTo>
                    <a:pt x="31691" y="8956"/>
                  </a:lnTo>
                  <a:lnTo>
                    <a:pt x="34505" y="8755"/>
                  </a:lnTo>
                  <a:lnTo>
                    <a:pt x="37386" y="8598"/>
                  </a:lnTo>
                  <a:lnTo>
                    <a:pt x="40312" y="8487"/>
                  </a:lnTo>
                  <a:lnTo>
                    <a:pt x="43282" y="8420"/>
                  </a:lnTo>
                  <a:lnTo>
                    <a:pt x="46319" y="8397"/>
                  </a:lnTo>
                  <a:lnTo>
                    <a:pt x="49334" y="8420"/>
                  </a:lnTo>
                  <a:lnTo>
                    <a:pt x="52304" y="8487"/>
                  </a:lnTo>
                  <a:lnTo>
                    <a:pt x="55230" y="8598"/>
                  </a:lnTo>
                  <a:lnTo>
                    <a:pt x="58111" y="8755"/>
                  </a:lnTo>
                  <a:lnTo>
                    <a:pt x="60925" y="8956"/>
                  </a:lnTo>
                  <a:lnTo>
                    <a:pt x="63672" y="9201"/>
                  </a:lnTo>
                  <a:lnTo>
                    <a:pt x="66329" y="9492"/>
                  </a:lnTo>
                  <a:lnTo>
                    <a:pt x="68920" y="9804"/>
                  </a:lnTo>
                  <a:lnTo>
                    <a:pt x="71421" y="10184"/>
                  </a:lnTo>
                  <a:lnTo>
                    <a:pt x="72627" y="10385"/>
                  </a:lnTo>
                  <a:lnTo>
                    <a:pt x="73811" y="10586"/>
                  </a:lnTo>
                  <a:lnTo>
                    <a:pt x="74972" y="10809"/>
                  </a:lnTo>
                  <a:lnTo>
                    <a:pt x="76111" y="11033"/>
                  </a:lnTo>
                  <a:lnTo>
                    <a:pt x="77228" y="11256"/>
                  </a:lnTo>
                  <a:lnTo>
                    <a:pt x="78300" y="11502"/>
                  </a:lnTo>
                  <a:lnTo>
                    <a:pt x="79350" y="11747"/>
                  </a:lnTo>
                  <a:lnTo>
                    <a:pt x="80355" y="12015"/>
                  </a:lnTo>
                  <a:lnTo>
                    <a:pt x="81359" y="12283"/>
                  </a:lnTo>
                  <a:lnTo>
                    <a:pt x="82297" y="12574"/>
                  </a:lnTo>
                  <a:lnTo>
                    <a:pt x="83235" y="12864"/>
                  </a:lnTo>
                  <a:lnTo>
                    <a:pt x="84106" y="13154"/>
                  </a:lnTo>
                  <a:lnTo>
                    <a:pt x="84977" y="13445"/>
                  </a:lnTo>
                  <a:lnTo>
                    <a:pt x="85781" y="13757"/>
                  </a:lnTo>
                  <a:lnTo>
                    <a:pt x="86920" y="13288"/>
                  </a:lnTo>
                  <a:lnTo>
                    <a:pt x="87948" y="12797"/>
                  </a:lnTo>
                  <a:lnTo>
                    <a:pt x="88439" y="12551"/>
                  </a:lnTo>
                  <a:lnTo>
                    <a:pt x="88886" y="12306"/>
                  </a:lnTo>
                  <a:lnTo>
                    <a:pt x="89310" y="12060"/>
                  </a:lnTo>
                  <a:lnTo>
                    <a:pt x="89734" y="11792"/>
                  </a:lnTo>
                  <a:lnTo>
                    <a:pt x="89734" y="3975"/>
                  </a:lnTo>
                  <a:lnTo>
                    <a:pt x="89288" y="3685"/>
                  </a:lnTo>
                  <a:lnTo>
                    <a:pt x="88819" y="3417"/>
                  </a:lnTo>
                  <a:lnTo>
                    <a:pt x="88305" y="3149"/>
                  </a:lnTo>
                  <a:lnTo>
                    <a:pt x="87791" y="2881"/>
                  </a:lnTo>
                  <a:lnTo>
                    <a:pt x="87233" y="2613"/>
                  </a:lnTo>
                  <a:lnTo>
                    <a:pt x="86652" y="2367"/>
                  </a:lnTo>
                  <a:lnTo>
                    <a:pt x="86049" y="2099"/>
                  </a:lnTo>
                  <a:lnTo>
                    <a:pt x="85402" y="1854"/>
                  </a:lnTo>
                  <a:lnTo>
                    <a:pt x="84039" y="1362"/>
                  </a:lnTo>
                  <a:lnTo>
                    <a:pt x="82588" y="893"/>
                  </a:lnTo>
                  <a:lnTo>
                    <a:pt x="81002" y="424"/>
                  </a:lnTo>
                  <a:lnTo>
                    <a:pt x="79327" y="0"/>
                  </a:lnTo>
                  <a:lnTo>
                    <a:pt x="77652" y="380"/>
                  </a:lnTo>
                  <a:lnTo>
                    <a:pt x="75910" y="759"/>
                  </a:lnTo>
                  <a:lnTo>
                    <a:pt x="74101" y="1117"/>
                  </a:lnTo>
                  <a:lnTo>
                    <a:pt x="72225" y="1429"/>
                  </a:lnTo>
                  <a:lnTo>
                    <a:pt x="70305" y="1742"/>
                  </a:lnTo>
                  <a:lnTo>
                    <a:pt x="68317" y="2010"/>
                  </a:lnTo>
                  <a:lnTo>
                    <a:pt x="66307" y="2278"/>
                  </a:lnTo>
                  <a:lnTo>
                    <a:pt x="64230" y="2501"/>
                  </a:lnTo>
                  <a:lnTo>
                    <a:pt x="62108" y="2702"/>
                  </a:lnTo>
                  <a:lnTo>
                    <a:pt x="59942" y="2881"/>
                  </a:lnTo>
                  <a:lnTo>
                    <a:pt x="57754" y="3015"/>
                  </a:lnTo>
                  <a:lnTo>
                    <a:pt x="55520" y="3149"/>
                  </a:lnTo>
                  <a:lnTo>
                    <a:pt x="53242" y="3238"/>
                  </a:lnTo>
                  <a:lnTo>
                    <a:pt x="50964" y="3305"/>
                  </a:lnTo>
                  <a:lnTo>
                    <a:pt x="48642" y="3350"/>
                  </a:lnTo>
                  <a:lnTo>
                    <a:pt x="46319" y="3372"/>
                  </a:lnTo>
                  <a:lnTo>
                    <a:pt x="43974" y="3350"/>
                  </a:lnTo>
                  <a:lnTo>
                    <a:pt x="41652" y="3305"/>
                  </a:lnTo>
                  <a:lnTo>
                    <a:pt x="39374" y="3238"/>
                  </a:lnTo>
                  <a:lnTo>
                    <a:pt x="37096" y="3149"/>
                  </a:lnTo>
                  <a:lnTo>
                    <a:pt x="34885" y="3015"/>
                  </a:lnTo>
                  <a:lnTo>
                    <a:pt x="32674" y="2881"/>
                  </a:lnTo>
                  <a:lnTo>
                    <a:pt x="30507" y="2702"/>
                  </a:lnTo>
                  <a:lnTo>
                    <a:pt x="28408" y="2501"/>
                  </a:lnTo>
                  <a:lnTo>
                    <a:pt x="26331" y="2278"/>
                  </a:lnTo>
                  <a:lnTo>
                    <a:pt x="24299" y="2010"/>
                  </a:lnTo>
                  <a:lnTo>
                    <a:pt x="22311" y="1742"/>
                  </a:lnTo>
                  <a:lnTo>
                    <a:pt x="20391" y="1429"/>
                  </a:lnTo>
                  <a:lnTo>
                    <a:pt x="18515" y="1117"/>
                  </a:lnTo>
                  <a:lnTo>
                    <a:pt x="16706" y="759"/>
                  </a:lnTo>
                  <a:lnTo>
                    <a:pt x="14964" y="380"/>
                  </a:lnTo>
                  <a:lnTo>
                    <a:pt x="13289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632" name="Google Shape;632;p66"/>
            <p:cNvSpPr/>
            <p:nvPr/>
          </p:nvSpPr>
          <p:spPr>
            <a:xfrm>
              <a:off x="4308382" y="2704009"/>
              <a:ext cx="4833127" cy="1032065"/>
            </a:xfrm>
            <a:custGeom>
              <a:rect b="b" l="l" r="r" t="t"/>
              <a:pathLst>
                <a:path extrusionOk="0" h="19162" w="89735">
                  <a:moveTo>
                    <a:pt x="43929" y="0"/>
                  </a:moveTo>
                  <a:lnTo>
                    <a:pt x="41585" y="45"/>
                  </a:lnTo>
                  <a:lnTo>
                    <a:pt x="39262" y="134"/>
                  </a:lnTo>
                  <a:lnTo>
                    <a:pt x="36984" y="224"/>
                  </a:lnTo>
                  <a:lnTo>
                    <a:pt x="34751" y="358"/>
                  </a:lnTo>
                  <a:lnTo>
                    <a:pt x="32562" y="492"/>
                  </a:lnTo>
                  <a:lnTo>
                    <a:pt x="30396" y="670"/>
                  </a:lnTo>
                  <a:lnTo>
                    <a:pt x="28296" y="871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11" y="1631"/>
                  </a:lnTo>
                  <a:lnTo>
                    <a:pt x="20435" y="1921"/>
                  </a:lnTo>
                  <a:lnTo>
                    <a:pt x="18626" y="2233"/>
                  </a:lnTo>
                  <a:lnTo>
                    <a:pt x="16884" y="2568"/>
                  </a:lnTo>
                  <a:lnTo>
                    <a:pt x="15187" y="2926"/>
                  </a:lnTo>
                  <a:lnTo>
                    <a:pt x="13579" y="3305"/>
                  </a:lnTo>
                  <a:lnTo>
                    <a:pt x="12060" y="3685"/>
                  </a:lnTo>
                  <a:lnTo>
                    <a:pt x="10586" y="4087"/>
                  </a:lnTo>
                  <a:lnTo>
                    <a:pt x="9224" y="4534"/>
                  </a:lnTo>
                  <a:lnTo>
                    <a:pt x="7929" y="4958"/>
                  </a:lnTo>
                  <a:lnTo>
                    <a:pt x="6723" y="5427"/>
                  </a:lnTo>
                  <a:lnTo>
                    <a:pt x="5606" y="5896"/>
                  </a:lnTo>
                  <a:lnTo>
                    <a:pt x="4579" y="6387"/>
                  </a:lnTo>
                  <a:lnTo>
                    <a:pt x="4110" y="6633"/>
                  </a:lnTo>
                  <a:lnTo>
                    <a:pt x="3663" y="6879"/>
                  </a:lnTo>
                  <a:lnTo>
                    <a:pt x="3217" y="7124"/>
                  </a:lnTo>
                  <a:lnTo>
                    <a:pt x="2815" y="7392"/>
                  </a:lnTo>
                  <a:lnTo>
                    <a:pt x="2435" y="7660"/>
                  </a:lnTo>
                  <a:lnTo>
                    <a:pt x="2100" y="7906"/>
                  </a:lnTo>
                  <a:lnTo>
                    <a:pt x="1765" y="8174"/>
                  </a:lnTo>
                  <a:lnTo>
                    <a:pt x="1475" y="8442"/>
                  </a:lnTo>
                  <a:lnTo>
                    <a:pt x="1207" y="8710"/>
                  </a:lnTo>
                  <a:lnTo>
                    <a:pt x="961" y="9000"/>
                  </a:lnTo>
                  <a:lnTo>
                    <a:pt x="738" y="9268"/>
                  </a:lnTo>
                  <a:lnTo>
                    <a:pt x="537" y="9559"/>
                  </a:lnTo>
                  <a:lnTo>
                    <a:pt x="380" y="9827"/>
                  </a:lnTo>
                  <a:lnTo>
                    <a:pt x="246" y="10117"/>
                  </a:lnTo>
                  <a:lnTo>
                    <a:pt x="135" y="10385"/>
                  </a:lnTo>
                  <a:lnTo>
                    <a:pt x="68" y="10675"/>
                  </a:lnTo>
                  <a:lnTo>
                    <a:pt x="23" y="10966"/>
                  </a:lnTo>
                  <a:lnTo>
                    <a:pt x="1" y="11256"/>
                  </a:lnTo>
                  <a:lnTo>
                    <a:pt x="23" y="11546"/>
                  </a:lnTo>
                  <a:lnTo>
                    <a:pt x="68" y="11814"/>
                  </a:lnTo>
                  <a:lnTo>
                    <a:pt x="135" y="12082"/>
                  </a:lnTo>
                  <a:lnTo>
                    <a:pt x="224" y="12373"/>
                  </a:lnTo>
                  <a:lnTo>
                    <a:pt x="358" y="12641"/>
                  </a:lnTo>
                  <a:lnTo>
                    <a:pt x="492" y="12909"/>
                  </a:lnTo>
                  <a:lnTo>
                    <a:pt x="671" y="13177"/>
                  </a:lnTo>
                  <a:lnTo>
                    <a:pt x="872" y="13445"/>
                  </a:lnTo>
                  <a:lnTo>
                    <a:pt x="1117" y="13713"/>
                  </a:lnTo>
                  <a:lnTo>
                    <a:pt x="1363" y="13981"/>
                  </a:lnTo>
                  <a:lnTo>
                    <a:pt x="1653" y="14249"/>
                  </a:lnTo>
                  <a:lnTo>
                    <a:pt x="1944" y="14494"/>
                  </a:lnTo>
                  <a:lnTo>
                    <a:pt x="2279" y="14762"/>
                  </a:lnTo>
                  <a:lnTo>
                    <a:pt x="2636" y="15008"/>
                  </a:lnTo>
                  <a:lnTo>
                    <a:pt x="3038" y="15276"/>
                  </a:lnTo>
                  <a:lnTo>
                    <a:pt x="3440" y="15522"/>
                  </a:lnTo>
                  <a:lnTo>
                    <a:pt x="3864" y="15767"/>
                  </a:lnTo>
                  <a:lnTo>
                    <a:pt x="4333" y="16013"/>
                  </a:lnTo>
                  <a:lnTo>
                    <a:pt x="5316" y="16504"/>
                  </a:lnTo>
                  <a:lnTo>
                    <a:pt x="6410" y="16973"/>
                  </a:lnTo>
                  <a:lnTo>
                    <a:pt x="7594" y="17442"/>
                  </a:lnTo>
                  <a:lnTo>
                    <a:pt x="8889" y="17889"/>
                  </a:lnTo>
                  <a:lnTo>
                    <a:pt x="10251" y="18335"/>
                  </a:lnTo>
                  <a:lnTo>
                    <a:pt x="11725" y="18737"/>
                  </a:lnTo>
                  <a:lnTo>
                    <a:pt x="13289" y="19162"/>
                  </a:lnTo>
                  <a:lnTo>
                    <a:pt x="14964" y="18760"/>
                  </a:lnTo>
                  <a:lnTo>
                    <a:pt x="16706" y="18380"/>
                  </a:lnTo>
                  <a:lnTo>
                    <a:pt x="18515" y="18023"/>
                  </a:lnTo>
                  <a:lnTo>
                    <a:pt x="20391" y="17710"/>
                  </a:lnTo>
                  <a:lnTo>
                    <a:pt x="22311" y="17398"/>
                  </a:lnTo>
                  <a:lnTo>
                    <a:pt x="24299" y="17130"/>
                  </a:lnTo>
                  <a:lnTo>
                    <a:pt x="26331" y="16884"/>
                  </a:lnTo>
                  <a:lnTo>
                    <a:pt x="28408" y="16638"/>
                  </a:lnTo>
                  <a:lnTo>
                    <a:pt x="30507" y="16437"/>
                  </a:lnTo>
                  <a:lnTo>
                    <a:pt x="32674" y="16281"/>
                  </a:lnTo>
                  <a:lnTo>
                    <a:pt x="34885" y="16125"/>
                  </a:lnTo>
                  <a:lnTo>
                    <a:pt x="37096" y="15991"/>
                  </a:lnTo>
                  <a:lnTo>
                    <a:pt x="39374" y="15901"/>
                  </a:lnTo>
                  <a:lnTo>
                    <a:pt x="41652" y="15834"/>
                  </a:lnTo>
                  <a:lnTo>
                    <a:pt x="43974" y="15790"/>
                  </a:lnTo>
                  <a:lnTo>
                    <a:pt x="46319" y="15767"/>
                  </a:lnTo>
                  <a:lnTo>
                    <a:pt x="48642" y="15790"/>
                  </a:lnTo>
                  <a:lnTo>
                    <a:pt x="50964" y="15834"/>
                  </a:lnTo>
                  <a:lnTo>
                    <a:pt x="53242" y="15901"/>
                  </a:lnTo>
                  <a:lnTo>
                    <a:pt x="55520" y="15991"/>
                  </a:lnTo>
                  <a:lnTo>
                    <a:pt x="57754" y="16125"/>
                  </a:lnTo>
                  <a:lnTo>
                    <a:pt x="59942" y="16281"/>
                  </a:lnTo>
                  <a:lnTo>
                    <a:pt x="62108" y="16437"/>
                  </a:lnTo>
                  <a:lnTo>
                    <a:pt x="64230" y="16638"/>
                  </a:lnTo>
                  <a:lnTo>
                    <a:pt x="66307" y="16884"/>
                  </a:lnTo>
                  <a:lnTo>
                    <a:pt x="68317" y="17130"/>
                  </a:lnTo>
                  <a:lnTo>
                    <a:pt x="70305" y="17398"/>
                  </a:lnTo>
                  <a:lnTo>
                    <a:pt x="72225" y="17710"/>
                  </a:lnTo>
                  <a:lnTo>
                    <a:pt x="74101" y="18023"/>
                  </a:lnTo>
                  <a:lnTo>
                    <a:pt x="75910" y="18380"/>
                  </a:lnTo>
                  <a:lnTo>
                    <a:pt x="77652" y="18760"/>
                  </a:lnTo>
                  <a:lnTo>
                    <a:pt x="79327" y="19162"/>
                  </a:lnTo>
                  <a:lnTo>
                    <a:pt x="81002" y="18715"/>
                  </a:lnTo>
                  <a:lnTo>
                    <a:pt x="82588" y="18269"/>
                  </a:lnTo>
                  <a:lnTo>
                    <a:pt x="84039" y="17777"/>
                  </a:lnTo>
                  <a:lnTo>
                    <a:pt x="85402" y="17286"/>
                  </a:lnTo>
                  <a:lnTo>
                    <a:pt x="86049" y="17040"/>
                  </a:lnTo>
                  <a:lnTo>
                    <a:pt x="86652" y="16795"/>
                  </a:lnTo>
                  <a:lnTo>
                    <a:pt x="87233" y="16527"/>
                  </a:lnTo>
                  <a:lnTo>
                    <a:pt x="87791" y="16259"/>
                  </a:lnTo>
                  <a:lnTo>
                    <a:pt x="88305" y="15991"/>
                  </a:lnTo>
                  <a:lnTo>
                    <a:pt x="88819" y="15723"/>
                  </a:lnTo>
                  <a:lnTo>
                    <a:pt x="89288" y="15455"/>
                  </a:lnTo>
                  <a:lnTo>
                    <a:pt x="89734" y="15187"/>
                  </a:lnTo>
                  <a:lnTo>
                    <a:pt x="89734" y="7348"/>
                  </a:lnTo>
                  <a:lnTo>
                    <a:pt x="89087" y="6946"/>
                  </a:lnTo>
                  <a:lnTo>
                    <a:pt x="88394" y="6566"/>
                  </a:lnTo>
                  <a:lnTo>
                    <a:pt x="87635" y="6186"/>
                  </a:lnTo>
                  <a:lnTo>
                    <a:pt x="86809" y="5807"/>
                  </a:lnTo>
                  <a:lnTo>
                    <a:pt x="85960" y="5449"/>
                  </a:lnTo>
                  <a:lnTo>
                    <a:pt x="85022" y="5092"/>
                  </a:lnTo>
                  <a:lnTo>
                    <a:pt x="84062" y="4735"/>
                  </a:lnTo>
                  <a:lnTo>
                    <a:pt x="83034" y="4400"/>
                  </a:lnTo>
                  <a:lnTo>
                    <a:pt x="81962" y="4065"/>
                  </a:lnTo>
                  <a:lnTo>
                    <a:pt x="80824" y="3752"/>
                  </a:lnTo>
                  <a:lnTo>
                    <a:pt x="79640" y="3439"/>
                  </a:lnTo>
                  <a:lnTo>
                    <a:pt x="78412" y="3149"/>
                  </a:lnTo>
                  <a:lnTo>
                    <a:pt x="77139" y="2859"/>
                  </a:lnTo>
                  <a:lnTo>
                    <a:pt x="75821" y="2591"/>
                  </a:lnTo>
                  <a:lnTo>
                    <a:pt x="74459" y="2323"/>
                  </a:lnTo>
                  <a:lnTo>
                    <a:pt x="73052" y="2055"/>
                  </a:lnTo>
                  <a:lnTo>
                    <a:pt x="71555" y="1809"/>
                  </a:lnTo>
                  <a:lnTo>
                    <a:pt x="70037" y="1586"/>
                  </a:lnTo>
                  <a:lnTo>
                    <a:pt x="68496" y="1363"/>
                  </a:lnTo>
                  <a:lnTo>
                    <a:pt x="66910" y="1162"/>
                  </a:lnTo>
                  <a:lnTo>
                    <a:pt x="65302" y="983"/>
                  </a:lnTo>
                  <a:lnTo>
                    <a:pt x="63672" y="804"/>
                  </a:lnTo>
                  <a:lnTo>
                    <a:pt x="62019" y="670"/>
                  </a:lnTo>
                  <a:lnTo>
                    <a:pt x="60344" y="514"/>
                  </a:lnTo>
                  <a:lnTo>
                    <a:pt x="58647" y="402"/>
                  </a:lnTo>
                  <a:lnTo>
                    <a:pt x="56950" y="291"/>
                  </a:lnTo>
                  <a:lnTo>
                    <a:pt x="55208" y="201"/>
                  </a:lnTo>
                  <a:lnTo>
                    <a:pt x="53443" y="134"/>
                  </a:lnTo>
                  <a:lnTo>
                    <a:pt x="51679" y="67"/>
                  </a:lnTo>
                  <a:lnTo>
                    <a:pt x="49915" y="23"/>
                  </a:lnTo>
                  <a:lnTo>
                    <a:pt x="48106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1">
  <p:cSld name="BLANK_1_1_1_1_1_1_1"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67"/>
          <p:cNvSpPr/>
          <p:nvPr/>
        </p:nvSpPr>
        <p:spPr>
          <a:xfrm>
            <a:off x="6519500" y="2216800"/>
            <a:ext cx="4728600" cy="1604700"/>
          </a:xfrm>
          <a:prstGeom prst="chord">
            <a:avLst>
              <a:gd fmla="val 4346562" name="adj1"/>
              <a:gd fmla="val 17254322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35" name="Google Shape;635;p67"/>
          <p:cNvSpPr/>
          <p:nvPr/>
        </p:nvSpPr>
        <p:spPr>
          <a:xfrm rot="1800032">
            <a:off x="6670150" y="2309109"/>
            <a:ext cx="4728524" cy="1869582"/>
          </a:xfrm>
          <a:prstGeom prst="chord">
            <a:avLst>
              <a:gd fmla="val 3282930" name="adj1"/>
              <a:gd fmla="val 14744228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36" name="Google Shape;636;p67"/>
          <p:cNvSpPr/>
          <p:nvPr/>
        </p:nvSpPr>
        <p:spPr>
          <a:xfrm>
            <a:off x="6008850" y="3120100"/>
            <a:ext cx="3135148" cy="202339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37" name="Google Shape;637;p6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38" name="Google Shape;638;p67"/>
          <p:cNvSpPr txBox="1"/>
          <p:nvPr>
            <p:ph idx="2" type="title"/>
          </p:nvPr>
        </p:nvSpPr>
        <p:spPr>
          <a:xfrm>
            <a:off x="115025" y="406250"/>
            <a:ext cx="6507000" cy="26568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9pPr>
          </a:lstStyle>
          <a:p/>
        </p:txBody>
      </p:sp>
      <p:sp>
        <p:nvSpPr>
          <p:cNvPr id="639" name="Google Shape;639;p67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40" name="Google Shape;640;p67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2">
  <p:cSld name="BLANK_1_1_1_1_1_1_1_2"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68"/>
          <p:cNvSpPr/>
          <p:nvPr/>
        </p:nvSpPr>
        <p:spPr>
          <a:xfrm>
            <a:off x="5861425" y="3065475"/>
            <a:ext cx="3282600" cy="2078950"/>
          </a:xfrm>
          <a:custGeom>
            <a:rect b="b" l="l" r="r" t="t"/>
            <a:pathLst>
              <a:path extrusionOk="0" h="83158" w="131304">
                <a:moveTo>
                  <a:pt x="131286" y="0"/>
                </a:moveTo>
                <a:lnTo>
                  <a:pt x="131304" y="83132"/>
                </a:lnTo>
                <a:lnTo>
                  <a:pt x="0" y="83158"/>
                </a:lnTo>
                <a:lnTo>
                  <a:pt x="55816" y="4343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643" name="Google Shape;643;p68"/>
          <p:cNvSpPr/>
          <p:nvPr/>
        </p:nvSpPr>
        <p:spPr>
          <a:xfrm>
            <a:off x="6818025" y="1675"/>
            <a:ext cx="2326300" cy="3183925"/>
          </a:xfrm>
          <a:custGeom>
            <a:rect b="b" l="l" r="r" t="t"/>
            <a:pathLst>
              <a:path extrusionOk="0" h="127357" w="93052">
                <a:moveTo>
                  <a:pt x="17353" y="127357"/>
                </a:moveTo>
                <a:lnTo>
                  <a:pt x="0" y="18662"/>
                </a:lnTo>
                <a:lnTo>
                  <a:pt x="93052" y="0"/>
                </a:lnTo>
                <a:lnTo>
                  <a:pt x="93019" y="122556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grpSp>
        <p:nvGrpSpPr>
          <p:cNvPr id="644" name="Google Shape;644;p68"/>
          <p:cNvGrpSpPr/>
          <p:nvPr/>
        </p:nvGrpSpPr>
        <p:grpSpPr>
          <a:xfrm>
            <a:off x="25" y="4625"/>
            <a:ext cx="2329791" cy="795413"/>
            <a:chOff x="21" y="-511"/>
            <a:chExt cx="2329791" cy="800617"/>
          </a:xfrm>
        </p:grpSpPr>
        <p:grpSp>
          <p:nvGrpSpPr>
            <p:cNvPr id="645" name="Google Shape;645;p68"/>
            <p:cNvGrpSpPr/>
            <p:nvPr/>
          </p:nvGrpSpPr>
          <p:grpSpPr>
            <a:xfrm flipH="1" rot="10800000">
              <a:off x="25" y="392516"/>
              <a:ext cx="1927788" cy="407590"/>
              <a:chOff x="537425" y="3249175"/>
              <a:chExt cx="1774800" cy="370200"/>
            </a:xfrm>
          </p:grpSpPr>
          <p:sp>
            <p:nvSpPr>
              <p:cNvPr id="646" name="Google Shape;646;p68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47" name="Google Shape;647;p6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48" name="Google Shape;648;p6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49" name="Google Shape;649;p6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50" name="Google Shape;650;p6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51" name="Google Shape;651;p68"/>
            <p:cNvGrpSpPr/>
            <p:nvPr/>
          </p:nvGrpSpPr>
          <p:grpSpPr>
            <a:xfrm flipH="1" rot="10800000">
              <a:off x="21" y="-511"/>
              <a:ext cx="1927788" cy="393115"/>
              <a:chOff x="537425" y="3249175"/>
              <a:chExt cx="1774800" cy="370200"/>
            </a:xfrm>
          </p:grpSpPr>
          <p:sp>
            <p:nvSpPr>
              <p:cNvPr id="652" name="Google Shape;652;p68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53" name="Google Shape;653;p6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54" name="Google Shape;654;p6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55" name="Google Shape;655;p6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56" name="Google Shape;656;p6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657" name="Google Shape;657;p68"/>
            <p:cNvSpPr/>
            <p:nvPr/>
          </p:nvSpPr>
          <p:spPr>
            <a:xfrm flipH="1" rot="10800000">
              <a:off x="1927813" y="392406"/>
              <a:ext cx="402000" cy="4077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58" name="Google Shape;658;p68"/>
          <p:cNvSpPr txBox="1"/>
          <p:nvPr>
            <p:ph type="title"/>
          </p:nvPr>
        </p:nvSpPr>
        <p:spPr>
          <a:xfrm>
            <a:off x="96025" y="1206300"/>
            <a:ext cx="6507000" cy="18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9" name="Google Shape;659;p68"/>
          <p:cNvSpPr/>
          <p:nvPr/>
        </p:nvSpPr>
        <p:spPr>
          <a:xfrm rot="386111">
            <a:off x="5422314" y="2861786"/>
            <a:ext cx="5875319" cy="1732905"/>
          </a:xfrm>
          <a:prstGeom prst="chord">
            <a:avLst>
              <a:gd fmla="val 2600939" name="adj1"/>
              <a:gd fmla="val 18561181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60" name="Google Shape;660;p68"/>
          <p:cNvSpPr/>
          <p:nvPr/>
        </p:nvSpPr>
        <p:spPr>
          <a:xfrm rot="1800094">
            <a:off x="5534438" y="2649896"/>
            <a:ext cx="4427191" cy="1750358"/>
          </a:xfrm>
          <a:prstGeom prst="chord">
            <a:avLst>
              <a:gd fmla="val 837048" name="adj1"/>
              <a:gd fmla="val 19665286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61" name="Google Shape;661;p68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62" name="Google Shape;662;p68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63" name="Google Shape;663;p68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LANK_1_1_1_1_1_1_1_1_1_1_10"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69"/>
          <p:cNvSpPr/>
          <p:nvPr/>
        </p:nvSpPr>
        <p:spPr>
          <a:xfrm flipH="1" rot="-900031">
            <a:off x="1792020" y="1182391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66" name="Google Shape;666;p69"/>
          <p:cNvSpPr/>
          <p:nvPr/>
        </p:nvSpPr>
        <p:spPr>
          <a:xfrm rot="10800000">
            <a:off x="1792025" y="1182400"/>
            <a:ext cx="5559900" cy="1963500"/>
          </a:xfrm>
          <a:prstGeom prst="ellipse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67" name="Google Shape;667;p69"/>
          <p:cNvSpPr txBox="1"/>
          <p:nvPr>
            <p:ph idx="1" type="body"/>
          </p:nvPr>
        </p:nvSpPr>
        <p:spPr>
          <a:xfrm>
            <a:off x="2351750" y="3857450"/>
            <a:ext cx="43467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9pPr>
          </a:lstStyle>
          <a:p/>
        </p:txBody>
      </p:sp>
      <p:sp>
        <p:nvSpPr>
          <p:cNvPr id="668" name="Google Shape;668;p69"/>
          <p:cNvSpPr txBox="1"/>
          <p:nvPr>
            <p:ph hasCustomPrompt="1" type="title"/>
          </p:nvPr>
        </p:nvSpPr>
        <p:spPr>
          <a:xfrm>
            <a:off x="2662050" y="1182350"/>
            <a:ext cx="3819900" cy="19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69" name="Google Shape;669;p69"/>
          <p:cNvSpPr/>
          <p:nvPr/>
        </p:nvSpPr>
        <p:spPr>
          <a:xfrm flipH="1" rot="900031">
            <a:off x="1791931" y="1182353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BLANK_1_1_1_1_1_1_1_1_1_1_9"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1" name="Google Shape;671;p70"/>
          <p:cNvGrpSpPr/>
          <p:nvPr/>
        </p:nvGrpSpPr>
        <p:grpSpPr>
          <a:xfrm flipH="1">
            <a:off x="3212200" y="0"/>
            <a:ext cx="1851000" cy="1225325"/>
            <a:chOff x="461225" y="3875100"/>
            <a:chExt cx="1851000" cy="1225325"/>
          </a:xfrm>
        </p:grpSpPr>
        <p:grpSp>
          <p:nvGrpSpPr>
            <p:cNvPr id="672" name="Google Shape;672;p70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673" name="Google Shape;673;p70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74" name="Google Shape;674;p70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75" name="Google Shape;675;p70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76" name="Google Shape;676;p70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77" name="Google Shape;677;p70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78" name="Google Shape;678;p70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679" name="Google Shape;679;p70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0" name="Google Shape;680;p7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1" name="Google Shape;681;p7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2" name="Google Shape;682;p70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83" name="Google Shape;683;p70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684" name="Google Shape;684;p7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5" name="Google Shape;685;p7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6" name="Google Shape;686;p7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7" name="Google Shape;687;p7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688" name="Google Shape;688;p70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89" name="Google Shape;689;p70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690" name="Google Shape;690;p70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CUSTOM_2"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71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93" name="Google Shape;693;p71"/>
          <p:cNvSpPr txBox="1"/>
          <p:nvPr>
            <p:ph idx="2" type="title"/>
          </p:nvPr>
        </p:nvSpPr>
        <p:spPr>
          <a:xfrm>
            <a:off x="115025" y="502775"/>
            <a:ext cx="54000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grpSp>
        <p:nvGrpSpPr>
          <p:cNvPr id="694" name="Google Shape;694;p71"/>
          <p:cNvGrpSpPr/>
          <p:nvPr/>
        </p:nvGrpSpPr>
        <p:grpSpPr>
          <a:xfrm flipH="1" rot="10800000">
            <a:off x="6179902" y="24"/>
            <a:ext cx="2963226" cy="1495659"/>
            <a:chOff x="4306084" y="2701610"/>
            <a:chExt cx="4837921" cy="2441893"/>
          </a:xfrm>
        </p:grpSpPr>
        <p:sp>
          <p:nvSpPr>
            <p:cNvPr id="695" name="Google Shape;695;p71"/>
            <p:cNvSpPr/>
            <p:nvPr/>
          </p:nvSpPr>
          <p:spPr>
            <a:xfrm>
              <a:off x="4306084" y="4485495"/>
              <a:ext cx="4837921" cy="658008"/>
            </a:xfrm>
            <a:custGeom>
              <a:rect b="b" l="l" r="r" t="t"/>
              <a:pathLst>
                <a:path extrusionOk="0" fill="none" h="12217" w="89824">
                  <a:moveTo>
                    <a:pt x="85826" y="0"/>
                  </a:moveTo>
                  <a:lnTo>
                    <a:pt x="85826" y="0"/>
                  </a:lnTo>
                  <a:lnTo>
                    <a:pt x="85045" y="291"/>
                  </a:lnTo>
                  <a:lnTo>
                    <a:pt x="84218" y="581"/>
                  </a:lnTo>
                  <a:lnTo>
                    <a:pt x="83370" y="871"/>
                  </a:lnTo>
                  <a:lnTo>
                    <a:pt x="82476" y="1139"/>
                  </a:lnTo>
                  <a:lnTo>
                    <a:pt x="81538" y="1430"/>
                  </a:lnTo>
                  <a:lnTo>
                    <a:pt x="80578" y="1697"/>
                  </a:lnTo>
                  <a:lnTo>
                    <a:pt x="79596" y="1943"/>
                  </a:lnTo>
                  <a:lnTo>
                    <a:pt x="78568" y="2189"/>
                  </a:lnTo>
                  <a:lnTo>
                    <a:pt x="77496" y="2434"/>
                  </a:lnTo>
                  <a:lnTo>
                    <a:pt x="76424" y="2680"/>
                  </a:lnTo>
                  <a:lnTo>
                    <a:pt x="75308" y="2903"/>
                  </a:lnTo>
                  <a:lnTo>
                    <a:pt x="74146" y="3104"/>
                  </a:lnTo>
                  <a:lnTo>
                    <a:pt x="71779" y="3529"/>
                  </a:lnTo>
                  <a:lnTo>
                    <a:pt x="69278" y="3886"/>
                  </a:lnTo>
                  <a:lnTo>
                    <a:pt x="66709" y="4221"/>
                  </a:lnTo>
                  <a:lnTo>
                    <a:pt x="64029" y="4511"/>
                  </a:lnTo>
                  <a:lnTo>
                    <a:pt x="61260" y="4779"/>
                  </a:lnTo>
                  <a:lnTo>
                    <a:pt x="58424" y="4980"/>
                  </a:lnTo>
                  <a:lnTo>
                    <a:pt x="55498" y="5159"/>
                  </a:lnTo>
                  <a:lnTo>
                    <a:pt x="52506" y="5271"/>
                  </a:lnTo>
                  <a:lnTo>
                    <a:pt x="49468" y="5338"/>
                  </a:lnTo>
                  <a:lnTo>
                    <a:pt x="46364" y="5382"/>
                  </a:lnTo>
                  <a:lnTo>
                    <a:pt x="46364" y="5382"/>
                  </a:lnTo>
                  <a:lnTo>
                    <a:pt x="43260" y="5338"/>
                  </a:lnTo>
                  <a:lnTo>
                    <a:pt x="40200" y="5271"/>
                  </a:lnTo>
                  <a:lnTo>
                    <a:pt x="37208" y="5159"/>
                  </a:lnTo>
                  <a:lnTo>
                    <a:pt x="34304" y="4980"/>
                  </a:lnTo>
                  <a:lnTo>
                    <a:pt x="31446" y="4779"/>
                  </a:lnTo>
                  <a:lnTo>
                    <a:pt x="28676" y="4511"/>
                  </a:lnTo>
                  <a:lnTo>
                    <a:pt x="25996" y="4221"/>
                  </a:lnTo>
                  <a:lnTo>
                    <a:pt x="23428" y="3886"/>
                  </a:lnTo>
                  <a:lnTo>
                    <a:pt x="20927" y="3529"/>
                  </a:lnTo>
                  <a:lnTo>
                    <a:pt x="18560" y="3104"/>
                  </a:lnTo>
                  <a:lnTo>
                    <a:pt x="17421" y="2903"/>
                  </a:lnTo>
                  <a:lnTo>
                    <a:pt x="16282" y="2680"/>
                  </a:lnTo>
                  <a:lnTo>
                    <a:pt x="15210" y="2434"/>
                  </a:lnTo>
                  <a:lnTo>
                    <a:pt x="14138" y="2189"/>
                  </a:lnTo>
                  <a:lnTo>
                    <a:pt x="13110" y="1943"/>
                  </a:lnTo>
                  <a:lnTo>
                    <a:pt x="12128" y="1697"/>
                  </a:lnTo>
                  <a:lnTo>
                    <a:pt x="11167" y="1430"/>
                  </a:lnTo>
                  <a:lnTo>
                    <a:pt x="10229" y="1139"/>
                  </a:lnTo>
                  <a:lnTo>
                    <a:pt x="9336" y="871"/>
                  </a:lnTo>
                  <a:lnTo>
                    <a:pt x="8487" y="581"/>
                  </a:lnTo>
                  <a:lnTo>
                    <a:pt x="7661" y="291"/>
                  </a:lnTo>
                  <a:lnTo>
                    <a:pt x="6879" y="0"/>
                  </a:lnTo>
                  <a:lnTo>
                    <a:pt x="6879" y="0"/>
                  </a:lnTo>
                  <a:lnTo>
                    <a:pt x="6075" y="313"/>
                  </a:lnTo>
                  <a:lnTo>
                    <a:pt x="5338" y="648"/>
                  </a:lnTo>
                  <a:lnTo>
                    <a:pt x="4624" y="983"/>
                  </a:lnTo>
                  <a:lnTo>
                    <a:pt x="3976" y="1340"/>
                  </a:lnTo>
                  <a:lnTo>
                    <a:pt x="3351" y="1697"/>
                  </a:lnTo>
                  <a:lnTo>
                    <a:pt x="2793" y="2055"/>
                  </a:lnTo>
                  <a:lnTo>
                    <a:pt x="2279" y="2412"/>
                  </a:lnTo>
                  <a:lnTo>
                    <a:pt x="1810" y="2792"/>
                  </a:lnTo>
                  <a:lnTo>
                    <a:pt x="1386" y="3171"/>
                  </a:lnTo>
                  <a:lnTo>
                    <a:pt x="1028" y="3551"/>
                  </a:lnTo>
                  <a:lnTo>
                    <a:pt x="716" y="3931"/>
                  </a:lnTo>
                  <a:lnTo>
                    <a:pt x="470" y="4310"/>
                  </a:lnTo>
                  <a:lnTo>
                    <a:pt x="269" y="4712"/>
                  </a:lnTo>
                  <a:lnTo>
                    <a:pt x="180" y="4913"/>
                  </a:lnTo>
                  <a:lnTo>
                    <a:pt x="135" y="5114"/>
                  </a:lnTo>
                  <a:lnTo>
                    <a:pt x="68" y="5315"/>
                  </a:lnTo>
                  <a:lnTo>
                    <a:pt x="46" y="5516"/>
                  </a:lnTo>
                  <a:lnTo>
                    <a:pt x="23" y="5717"/>
                  </a:lnTo>
                  <a:lnTo>
                    <a:pt x="1" y="5918"/>
                  </a:lnTo>
                  <a:lnTo>
                    <a:pt x="1" y="5918"/>
                  </a:lnTo>
                  <a:lnTo>
                    <a:pt x="23" y="6142"/>
                  </a:lnTo>
                  <a:lnTo>
                    <a:pt x="46" y="6365"/>
                  </a:lnTo>
                  <a:lnTo>
                    <a:pt x="90" y="6566"/>
                  </a:lnTo>
                  <a:lnTo>
                    <a:pt x="135" y="6789"/>
                  </a:lnTo>
                  <a:lnTo>
                    <a:pt x="224" y="7013"/>
                  </a:lnTo>
                  <a:lnTo>
                    <a:pt x="314" y="7214"/>
                  </a:lnTo>
                  <a:lnTo>
                    <a:pt x="425" y="7437"/>
                  </a:lnTo>
                  <a:lnTo>
                    <a:pt x="537" y="7638"/>
                  </a:lnTo>
                  <a:lnTo>
                    <a:pt x="671" y="7839"/>
                  </a:lnTo>
                  <a:lnTo>
                    <a:pt x="827" y="8062"/>
                  </a:lnTo>
                  <a:lnTo>
                    <a:pt x="1185" y="8464"/>
                  </a:lnTo>
                  <a:lnTo>
                    <a:pt x="1609" y="8866"/>
                  </a:lnTo>
                  <a:lnTo>
                    <a:pt x="2078" y="9268"/>
                  </a:lnTo>
                  <a:lnTo>
                    <a:pt x="2614" y="9670"/>
                  </a:lnTo>
                  <a:lnTo>
                    <a:pt x="3195" y="10050"/>
                  </a:lnTo>
                  <a:lnTo>
                    <a:pt x="3842" y="10430"/>
                  </a:lnTo>
                  <a:lnTo>
                    <a:pt x="4557" y="10809"/>
                  </a:lnTo>
                  <a:lnTo>
                    <a:pt x="5294" y="11167"/>
                  </a:lnTo>
                  <a:lnTo>
                    <a:pt x="6098" y="11524"/>
                  </a:lnTo>
                  <a:lnTo>
                    <a:pt x="6969" y="11881"/>
                  </a:lnTo>
                  <a:lnTo>
                    <a:pt x="7862" y="12216"/>
                  </a:lnTo>
                  <a:lnTo>
                    <a:pt x="84844" y="12216"/>
                  </a:lnTo>
                  <a:lnTo>
                    <a:pt x="89824" y="9871"/>
                  </a:lnTo>
                  <a:lnTo>
                    <a:pt x="89824" y="1988"/>
                  </a:lnTo>
                  <a:lnTo>
                    <a:pt x="89824" y="1988"/>
                  </a:lnTo>
                  <a:lnTo>
                    <a:pt x="89400" y="1720"/>
                  </a:lnTo>
                  <a:lnTo>
                    <a:pt x="88975" y="1474"/>
                  </a:lnTo>
                  <a:lnTo>
                    <a:pt x="88506" y="1206"/>
                  </a:lnTo>
                  <a:lnTo>
                    <a:pt x="88015" y="961"/>
                  </a:lnTo>
                  <a:lnTo>
                    <a:pt x="87501" y="715"/>
                  </a:lnTo>
                  <a:lnTo>
                    <a:pt x="86965" y="469"/>
                  </a:lnTo>
                  <a:lnTo>
                    <a:pt x="85826" y="0"/>
                  </a:lnTo>
                  <a:lnTo>
                    <a:pt x="85826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696" name="Google Shape;696;p71"/>
            <p:cNvSpPr/>
            <p:nvPr/>
          </p:nvSpPr>
          <p:spPr>
            <a:xfrm>
              <a:off x="4306084" y="3738493"/>
              <a:ext cx="4837921" cy="747038"/>
            </a:xfrm>
            <a:custGeom>
              <a:rect b="b" l="l" r="r" t="t"/>
              <a:pathLst>
                <a:path extrusionOk="0" fill="none" h="13870" w="89824">
                  <a:moveTo>
                    <a:pt x="79372" y="0"/>
                  </a:moveTo>
                  <a:lnTo>
                    <a:pt x="79372" y="0"/>
                  </a:lnTo>
                  <a:lnTo>
                    <a:pt x="77764" y="380"/>
                  </a:lnTo>
                  <a:lnTo>
                    <a:pt x="76067" y="737"/>
                  </a:lnTo>
                  <a:lnTo>
                    <a:pt x="74325" y="1072"/>
                  </a:lnTo>
                  <a:lnTo>
                    <a:pt x="72494" y="1407"/>
                  </a:lnTo>
                  <a:lnTo>
                    <a:pt x="70595" y="1698"/>
                  </a:lnTo>
                  <a:lnTo>
                    <a:pt x="68652" y="1966"/>
                  </a:lnTo>
                  <a:lnTo>
                    <a:pt x="66642" y="2234"/>
                  </a:lnTo>
                  <a:lnTo>
                    <a:pt x="64565" y="2457"/>
                  </a:lnTo>
                  <a:lnTo>
                    <a:pt x="62444" y="2658"/>
                  </a:lnTo>
                  <a:lnTo>
                    <a:pt x="60278" y="2859"/>
                  </a:lnTo>
                  <a:lnTo>
                    <a:pt x="58044" y="3015"/>
                  </a:lnTo>
                  <a:lnTo>
                    <a:pt x="55789" y="3127"/>
                  </a:lnTo>
                  <a:lnTo>
                    <a:pt x="53488" y="3239"/>
                  </a:lnTo>
                  <a:lnTo>
                    <a:pt x="51143" y="3306"/>
                  </a:lnTo>
                  <a:lnTo>
                    <a:pt x="48754" y="3350"/>
                  </a:lnTo>
                  <a:lnTo>
                    <a:pt x="46364" y="3373"/>
                  </a:lnTo>
                  <a:lnTo>
                    <a:pt x="46364" y="3373"/>
                  </a:lnTo>
                  <a:lnTo>
                    <a:pt x="43952" y="3350"/>
                  </a:lnTo>
                  <a:lnTo>
                    <a:pt x="41563" y="3306"/>
                  </a:lnTo>
                  <a:lnTo>
                    <a:pt x="39218" y="3239"/>
                  </a:lnTo>
                  <a:lnTo>
                    <a:pt x="36917" y="3127"/>
                  </a:lnTo>
                  <a:lnTo>
                    <a:pt x="34662" y="3015"/>
                  </a:lnTo>
                  <a:lnTo>
                    <a:pt x="32451" y="2859"/>
                  </a:lnTo>
                  <a:lnTo>
                    <a:pt x="30262" y="2658"/>
                  </a:lnTo>
                  <a:lnTo>
                    <a:pt x="28140" y="2457"/>
                  </a:lnTo>
                  <a:lnTo>
                    <a:pt x="26086" y="2234"/>
                  </a:lnTo>
                  <a:lnTo>
                    <a:pt x="24053" y="1966"/>
                  </a:lnTo>
                  <a:lnTo>
                    <a:pt x="22111" y="1698"/>
                  </a:lnTo>
                  <a:lnTo>
                    <a:pt x="20212" y="1407"/>
                  </a:lnTo>
                  <a:lnTo>
                    <a:pt x="18381" y="1072"/>
                  </a:lnTo>
                  <a:lnTo>
                    <a:pt x="16639" y="737"/>
                  </a:lnTo>
                  <a:lnTo>
                    <a:pt x="14942" y="380"/>
                  </a:lnTo>
                  <a:lnTo>
                    <a:pt x="13334" y="0"/>
                  </a:lnTo>
                  <a:lnTo>
                    <a:pt x="13334" y="0"/>
                  </a:lnTo>
                  <a:lnTo>
                    <a:pt x="11815" y="380"/>
                  </a:lnTo>
                  <a:lnTo>
                    <a:pt x="10386" y="782"/>
                  </a:lnTo>
                  <a:lnTo>
                    <a:pt x="9046" y="1229"/>
                  </a:lnTo>
                  <a:lnTo>
                    <a:pt x="7773" y="1653"/>
                  </a:lnTo>
                  <a:lnTo>
                    <a:pt x="6589" y="2122"/>
                  </a:lnTo>
                  <a:lnTo>
                    <a:pt x="5495" y="2591"/>
                  </a:lnTo>
                  <a:lnTo>
                    <a:pt x="4490" y="3060"/>
                  </a:lnTo>
                  <a:lnTo>
                    <a:pt x="4021" y="3328"/>
                  </a:lnTo>
                  <a:lnTo>
                    <a:pt x="3574" y="3574"/>
                  </a:lnTo>
                  <a:lnTo>
                    <a:pt x="3150" y="3819"/>
                  </a:lnTo>
                  <a:lnTo>
                    <a:pt x="2770" y="4087"/>
                  </a:lnTo>
                  <a:lnTo>
                    <a:pt x="2391" y="4333"/>
                  </a:lnTo>
                  <a:lnTo>
                    <a:pt x="2056" y="4601"/>
                  </a:lnTo>
                  <a:lnTo>
                    <a:pt x="1743" y="4869"/>
                  </a:lnTo>
                  <a:lnTo>
                    <a:pt x="1430" y="5137"/>
                  </a:lnTo>
                  <a:lnTo>
                    <a:pt x="1162" y="5405"/>
                  </a:lnTo>
                  <a:lnTo>
                    <a:pt x="939" y="5673"/>
                  </a:lnTo>
                  <a:lnTo>
                    <a:pt x="716" y="5941"/>
                  </a:lnTo>
                  <a:lnTo>
                    <a:pt x="537" y="6231"/>
                  </a:lnTo>
                  <a:lnTo>
                    <a:pt x="381" y="6499"/>
                  </a:lnTo>
                  <a:lnTo>
                    <a:pt x="247" y="6790"/>
                  </a:lnTo>
                  <a:lnTo>
                    <a:pt x="135" y="7058"/>
                  </a:lnTo>
                  <a:lnTo>
                    <a:pt x="68" y="7348"/>
                  </a:lnTo>
                  <a:lnTo>
                    <a:pt x="23" y="7638"/>
                  </a:lnTo>
                  <a:lnTo>
                    <a:pt x="1" y="7929"/>
                  </a:lnTo>
                  <a:lnTo>
                    <a:pt x="1" y="7929"/>
                  </a:lnTo>
                  <a:lnTo>
                    <a:pt x="23" y="8130"/>
                  </a:lnTo>
                  <a:lnTo>
                    <a:pt x="46" y="8331"/>
                  </a:lnTo>
                  <a:lnTo>
                    <a:pt x="68" y="8532"/>
                  </a:lnTo>
                  <a:lnTo>
                    <a:pt x="135" y="8733"/>
                  </a:lnTo>
                  <a:lnTo>
                    <a:pt x="180" y="8934"/>
                  </a:lnTo>
                  <a:lnTo>
                    <a:pt x="269" y="9135"/>
                  </a:lnTo>
                  <a:lnTo>
                    <a:pt x="470" y="9537"/>
                  </a:lnTo>
                  <a:lnTo>
                    <a:pt x="716" y="9916"/>
                  </a:lnTo>
                  <a:lnTo>
                    <a:pt x="1028" y="10318"/>
                  </a:lnTo>
                  <a:lnTo>
                    <a:pt x="1386" y="10698"/>
                  </a:lnTo>
                  <a:lnTo>
                    <a:pt x="1810" y="11055"/>
                  </a:lnTo>
                  <a:lnTo>
                    <a:pt x="2279" y="11435"/>
                  </a:lnTo>
                  <a:lnTo>
                    <a:pt x="2793" y="11792"/>
                  </a:lnTo>
                  <a:lnTo>
                    <a:pt x="3351" y="12150"/>
                  </a:lnTo>
                  <a:lnTo>
                    <a:pt x="3976" y="12507"/>
                  </a:lnTo>
                  <a:lnTo>
                    <a:pt x="4624" y="12864"/>
                  </a:lnTo>
                  <a:lnTo>
                    <a:pt x="5338" y="13199"/>
                  </a:lnTo>
                  <a:lnTo>
                    <a:pt x="6075" y="13534"/>
                  </a:lnTo>
                  <a:lnTo>
                    <a:pt x="6879" y="13869"/>
                  </a:lnTo>
                  <a:lnTo>
                    <a:pt x="6879" y="13869"/>
                  </a:lnTo>
                  <a:lnTo>
                    <a:pt x="7661" y="13557"/>
                  </a:lnTo>
                  <a:lnTo>
                    <a:pt x="8487" y="13266"/>
                  </a:lnTo>
                  <a:lnTo>
                    <a:pt x="9336" y="12976"/>
                  </a:lnTo>
                  <a:lnTo>
                    <a:pt x="10229" y="12708"/>
                  </a:lnTo>
                  <a:lnTo>
                    <a:pt x="11167" y="12440"/>
                  </a:lnTo>
                  <a:lnTo>
                    <a:pt x="12128" y="12172"/>
                  </a:lnTo>
                  <a:lnTo>
                    <a:pt x="13110" y="11904"/>
                  </a:lnTo>
                  <a:lnTo>
                    <a:pt x="14138" y="11658"/>
                  </a:lnTo>
                  <a:lnTo>
                    <a:pt x="15210" y="11413"/>
                  </a:lnTo>
                  <a:lnTo>
                    <a:pt x="16282" y="11189"/>
                  </a:lnTo>
                  <a:lnTo>
                    <a:pt x="17421" y="10966"/>
                  </a:lnTo>
                  <a:lnTo>
                    <a:pt x="18560" y="10743"/>
                  </a:lnTo>
                  <a:lnTo>
                    <a:pt x="20927" y="10318"/>
                  </a:lnTo>
                  <a:lnTo>
                    <a:pt x="23428" y="9961"/>
                  </a:lnTo>
                  <a:lnTo>
                    <a:pt x="25996" y="9626"/>
                  </a:lnTo>
                  <a:lnTo>
                    <a:pt x="28676" y="9336"/>
                  </a:lnTo>
                  <a:lnTo>
                    <a:pt x="31446" y="9068"/>
                  </a:lnTo>
                  <a:lnTo>
                    <a:pt x="34304" y="8867"/>
                  </a:lnTo>
                  <a:lnTo>
                    <a:pt x="37208" y="8688"/>
                  </a:lnTo>
                  <a:lnTo>
                    <a:pt x="40200" y="8576"/>
                  </a:lnTo>
                  <a:lnTo>
                    <a:pt x="43260" y="8509"/>
                  </a:lnTo>
                  <a:lnTo>
                    <a:pt x="46364" y="8487"/>
                  </a:lnTo>
                  <a:lnTo>
                    <a:pt x="46364" y="8487"/>
                  </a:lnTo>
                  <a:lnTo>
                    <a:pt x="49468" y="8509"/>
                  </a:lnTo>
                  <a:lnTo>
                    <a:pt x="52506" y="8576"/>
                  </a:lnTo>
                  <a:lnTo>
                    <a:pt x="55498" y="8688"/>
                  </a:lnTo>
                  <a:lnTo>
                    <a:pt x="58424" y="8867"/>
                  </a:lnTo>
                  <a:lnTo>
                    <a:pt x="61260" y="9068"/>
                  </a:lnTo>
                  <a:lnTo>
                    <a:pt x="64029" y="9336"/>
                  </a:lnTo>
                  <a:lnTo>
                    <a:pt x="66709" y="9626"/>
                  </a:lnTo>
                  <a:lnTo>
                    <a:pt x="69278" y="9961"/>
                  </a:lnTo>
                  <a:lnTo>
                    <a:pt x="71779" y="10318"/>
                  </a:lnTo>
                  <a:lnTo>
                    <a:pt x="74146" y="10743"/>
                  </a:lnTo>
                  <a:lnTo>
                    <a:pt x="75308" y="10966"/>
                  </a:lnTo>
                  <a:lnTo>
                    <a:pt x="76424" y="11189"/>
                  </a:lnTo>
                  <a:lnTo>
                    <a:pt x="77496" y="11413"/>
                  </a:lnTo>
                  <a:lnTo>
                    <a:pt x="78568" y="11658"/>
                  </a:lnTo>
                  <a:lnTo>
                    <a:pt x="79596" y="11904"/>
                  </a:lnTo>
                  <a:lnTo>
                    <a:pt x="80578" y="12172"/>
                  </a:lnTo>
                  <a:lnTo>
                    <a:pt x="81538" y="12440"/>
                  </a:lnTo>
                  <a:lnTo>
                    <a:pt x="82476" y="12708"/>
                  </a:lnTo>
                  <a:lnTo>
                    <a:pt x="83370" y="12976"/>
                  </a:lnTo>
                  <a:lnTo>
                    <a:pt x="84218" y="13266"/>
                  </a:lnTo>
                  <a:lnTo>
                    <a:pt x="85045" y="13557"/>
                  </a:lnTo>
                  <a:lnTo>
                    <a:pt x="85826" y="13869"/>
                  </a:lnTo>
                  <a:lnTo>
                    <a:pt x="85826" y="13869"/>
                  </a:lnTo>
                  <a:lnTo>
                    <a:pt x="86965" y="13378"/>
                  </a:lnTo>
                  <a:lnTo>
                    <a:pt x="88015" y="12887"/>
                  </a:lnTo>
                  <a:lnTo>
                    <a:pt x="88506" y="12641"/>
                  </a:lnTo>
                  <a:lnTo>
                    <a:pt x="88975" y="12395"/>
                  </a:lnTo>
                  <a:lnTo>
                    <a:pt x="89400" y="12127"/>
                  </a:lnTo>
                  <a:lnTo>
                    <a:pt x="89824" y="11859"/>
                  </a:lnTo>
                  <a:lnTo>
                    <a:pt x="89824" y="3998"/>
                  </a:lnTo>
                  <a:lnTo>
                    <a:pt x="89824" y="3998"/>
                  </a:lnTo>
                  <a:lnTo>
                    <a:pt x="89377" y="3708"/>
                  </a:lnTo>
                  <a:lnTo>
                    <a:pt x="88886" y="3440"/>
                  </a:lnTo>
                  <a:lnTo>
                    <a:pt x="88395" y="3149"/>
                  </a:lnTo>
                  <a:lnTo>
                    <a:pt x="87859" y="2881"/>
                  </a:lnTo>
                  <a:lnTo>
                    <a:pt x="87300" y="2613"/>
                  </a:lnTo>
                  <a:lnTo>
                    <a:pt x="86697" y="2368"/>
                  </a:lnTo>
                  <a:lnTo>
                    <a:pt x="86094" y="2100"/>
                  </a:lnTo>
                  <a:lnTo>
                    <a:pt x="85447" y="1854"/>
                  </a:lnTo>
                  <a:lnTo>
                    <a:pt x="84084" y="1363"/>
                  </a:lnTo>
                  <a:lnTo>
                    <a:pt x="82610" y="871"/>
                  </a:lnTo>
                  <a:lnTo>
                    <a:pt x="81047" y="425"/>
                  </a:lnTo>
                  <a:lnTo>
                    <a:pt x="79372" y="0"/>
                  </a:lnTo>
                  <a:lnTo>
                    <a:pt x="79372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697" name="Google Shape;697;p71"/>
            <p:cNvSpPr/>
            <p:nvPr/>
          </p:nvSpPr>
          <p:spPr>
            <a:xfrm>
              <a:off x="4306084" y="2701610"/>
              <a:ext cx="4837921" cy="1036913"/>
            </a:xfrm>
            <a:custGeom>
              <a:rect b="b" l="l" r="r" t="t"/>
              <a:pathLst>
                <a:path extrusionOk="0" fill="none" h="19252" w="89824">
                  <a:moveTo>
                    <a:pt x="46364" y="1"/>
                  </a:moveTo>
                  <a:lnTo>
                    <a:pt x="46364" y="1"/>
                  </a:lnTo>
                  <a:lnTo>
                    <a:pt x="43974" y="1"/>
                  </a:lnTo>
                  <a:lnTo>
                    <a:pt x="41607" y="45"/>
                  </a:lnTo>
                  <a:lnTo>
                    <a:pt x="39307" y="135"/>
                  </a:lnTo>
                  <a:lnTo>
                    <a:pt x="37007" y="224"/>
                  </a:lnTo>
                  <a:lnTo>
                    <a:pt x="34773" y="358"/>
                  </a:lnTo>
                  <a:lnTo>
                    <a:pt x="32562" y="492"/>
                  </a:lnTo>
                  <a:lnTo>
                    <a:pt x="30418" y="671"/>
                  </a:lnTo>
                  <a:lnTo>
                    <a:pt x="28319" y="872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34" y="1631"/>
                  </a:lnTo>
                  <a:lnTo>
                    <a:pt x="20436" y="1921"/>
                  </a:lnTo>
                  <a:lnTo>
                    <a:pt x="18627" y="2234"/>
                  </a:lnTo>
                  <a:lnTo>
                    <a:pt x="16885" y="2569"/>
                  </a:lnTo>
                  <a:lnTo>
                    <a:pt x="15187" y="2926"/>
                  </a:lnTo>
                  <a:lnTo>
                    <a:pt x="13579" y="3306"/>
                  </a:lnTo>
                  <a:lnTo>
                    <a:pt x="12038" y="3708"/>
                  </a:lnTo>
                  <a:lnTo>
                    <a:pt x="10587" y="4110"/>
                  </a:lnTo>
                  <a:lnTo>
                    <a:pt x="9224" y="4534"/>
                  </a:lnTo>
                  <a:lnTo>
                    <a:pt x="7929" y="4981"/>
                  </a:lnTo>
                  <a:lnTo>
                    <a:pt x="6723" y="5450"/>
                  </a:lnTo>
                  <a:lnTo>
                    <a:pt x="5606" y="5919"/>
                  </a:lnTo>
                  <a:lnTo>
                    <a:pt x="4579" y="6410"/>
                  </a:lnTo>
                  <a:lnTo>
                    <a:pt x="4110" y="6656"/>
                  </a:lnTo>
                  <a:lnTo>
                    <a:pt x="3641" y="6901"/>
                  </a:lnTo>
                  <a:lnTo>
                    <a:pt x="3217" y="7169"/>
                  </a:lnTo>
                  <a:lnTo>
                    <a:pt x="2815" y="7415"/>
                  </a:lnTo>
                  <a:lnTo>
                    <a:pt x="2435" y="7683"/>
                  </a:lnTo>
                  <a:lnTo>
                    <a:pt x="2100" y="7951"/>
                  </a:lnTo>
                  <a:lnTo>
                    <a:pt x="1765" y="8219"/>
                  </a:lnTo>
                  <a:lnTo>
                    <a:pt x="1475" y="8487"/>
                  </a:lnTo>
                  <a:lnTo>
                    <a:pt x="1185" y="8755"/>
                  </a:lnTo>
                  <a:lnTo>
                    <a:pt x="961" y="9023"/>
                  </a:lnTo>
                  <a:lnTo>
                    <a:pt x="738" y="9313"/>
                  </a:lnTo>
                  <a:lnTo>
                    <a:pt x="537" y="9581"/>
                  </a:lnTo>
                  <a:lnTo>
                    <a:pt x="381" y="9872"/>
                  </a:lnTo>
                  <a:lnTo>
                    <a:pt x="247" y="10140"/>
                  </a:lnTo>
                  <a:lnTo>
                    <a:pt x="135" y="10430"/>
                  </a:lnTo>
                  <a:lnTo>
                    <a:pt x="68" y="10720"/>
                  </a:lnTo>
                  <a:lnTo>
                    <a:pt x="23" y="11011"/>
                  </a:lnTo>
                  <a:lnTo>
                    <a:pt x="1" y="11301"/>
                  </a:lnTo>
                  <a:lnTo>
                    <a:pt x="1" y="11301"/>
                  </a:lnTo>
                  <a:lnTo>
                    <a:pt x="23" y="11591"/>
                  </a:lnTo>
                  <a:lnTo>
                    <a:pt x="68" y="11882"/>
                  </a:lnTo>
                  <a:lnTo>
                    <a:pt x="135" y="12172"/>
                  </a:lnTo>
                  <a:lnTo>
                    <a:pt x="247" y="12462"/>
                  </a:lnTo>
                  <a:lnTo>
                    <a:pt x="381" y="12730"/>
                  </a:lnTo>
                  <a:lnTo>
                    <a:pt x="537" y="13021"/>
                  </a:lnTo>
                  <a:lnTo>
                    <a:pt x="716" y="13289"/>
                  </a:lnTo>
                  <a:lnTo>
                    <a:pt x="939" y="13557"/>
                  </a:lnTo>
                  <a:lnTo>
                    <a:pt x="1162" y="13847"/>
                  </a:lnTo>
                  <a:lnTo>
                    <a:pt x="1430" y="14115"/>
                  </a:lnTo>
                  <a:lnTo>
                    <a:pt x="1743" y="14383"/>
                  </a:lnTo>
                  <a:lnTo>
                    <a:pt x="2056" y="14629"/>
                  </a:lnTo>
                  <a:lnTo>
                    <a:pt x="2391" y="14897"/>
                  </a:lnTo>
                  <a:lnTo>
                    <a:pt x="2770" y="15165"/>
                  </a:lnTo>
                  <a:lnTo>
                    <a:pt x="3150" y="15410"/>
                  </a:lnTo>
                  <a:lnTo>
                    <a:pt x="3574" y="15678"/>
                  </a:lnTo>
                  <a:lnTo>
                    <a:pt x="4021" y="15924"/>
                  </a:lnTo>
                  <a:lnTo>
                    <a:pt x="4490" y="16170"/>
                  </a:lnTo>
                  <a:lnTo>
                    <a:pt x="5495" y="16661"/>
                  </a:lnTo>
                  <a:lnTo>
                    <a:pt x="6589" y="17130"/>
                  </a:lnTo>
                  <a:lnTo>
                    <a:pt x="7773" y="17577"/>
                  </a:lnTo>
                  <a:lnTo>
                    <a:pt x="9046" y="18023"/>
                  </a:lnTo>
                  <a:lnTo>
                    <a:pt x="10386" y="18447"/>
                  </a:lnTo>
                  <a:lnTo>
                    <a:pt x="11815" y="18849"/>
                  </a:lnTo>
                  <a:lnTo>
                    <a:pt x="13334" y="19251"/>
                  </a:lnTo>
                  <a:lnTo>
                    <a:pt x="13334" y="19251"/>
                  </a:lnTo>
                  <a:lnTo>
                    <a:pt x="14942" y="18872"/>
                  </a:lnTo>
                  <a:lnTo>
                    <a:pt x="16639" y="18492"/>
                  </a:lnTo>
                  <a:lnTo>
                    <a:pt x="18381" y="18157"/>
                  </a:lnTo>
                  <a:lnTo>
                    <a:pt x="20212" y="17845"/>
                  </a:lnTo>
                  <a:lnTo>
                    <a:pt x="22111" y="17532"/>
                  </a:lnTo>
                  <a:lnTo>
                    <a:pt x="24053" y="17264"/>
                  </a:lnTo>
                  <a:lnTo>
                    <a:pt x="26086" y="16996"/>
                  </a:lnTo>
                  <a:lnTo>
                    <a:pt x="28140" y="16773"/>
                  </a:lnTo>
                  <a:lnTo>
                    <a:pt x="30262" y="16572"/>
                  </a:lnTo>
                  <a:lnTo>
                    <a:pt x="32451" y="16393"/>
                  </a:lnTo>
                  <a:lnTo>
                    <a:pt x="34662" y="16237"/>
                  </a:lnTo>
                  <a:lnTo>
                    <a:pt x="36917" y="16103"/>
                  </a:lnTo>
                  <a:lnTo>
                    <a:pt x="39218" y="15991"/>
                  </a:lnTo>
                  <a:lnTo>
                    <a:pt x="41563" y="15924"/>
                  </a:lnTo>
                  <a:lnTo>
                    <a:pt x="43952" y="15879"/>
                  </a:lnTo>
                  <a:lnTo>
                    <a:pt x="46364" y="15857"/>
                  </a:lnTo>
                  <a:lnTo>
                    <a:pt x="46364" y="15857"/>
                  </a:lnTo>
                  <a:lnTo>
                    <a:pt x="48754" y="15879"/>
                  </a:lnTo>
                  <a:lnTo>
                    <a:pt x="51143" y="15924"/>
                  </a:lnTo>
                  <a:lnTo>
                    <a:pt x="53488" y="15991"/>
                  </a:lnTo>
                  <a:lnTo>
                    <a:pt x="55789" y="16103"/>
                  </a:lnTo>
                  <a:lnTo>
                    <a:pt x="58044" y="16237"/>
                  </a:lnTo>
                  <a:lnTo>
                    <a:pt x="60278" y="16393"/>
                  </a:lnTo>
                  <a:lnTo>
                    <a:pt x="62444" y="16572"/>
                  </a:lnTo>
                  <a:lnTo>
                    <a:pt x="64565" y="16773"/>
                  </a:lnTo>
                  <a:lnTo>
                    <a:pt x="66642" y="16996"/>
                  </a:lnTo>
                  <a:lnTo>
                    <a:pt x="68652" y="17264"/>
                  </a:lnTo>
                  <a:lnTo>
                    <a:pt x="70595" y="17532"/>
                  </a:lnTo>
                  <a:lnTo>
                    <a:pt x="72494" y="17845"/>
                  </a:lnTo>
                  <a:lnTo>
                    <a:pt x="74325" y="18157"/>
                  </a:lnTo>
                  <a:lnTo>
                    <a:pt x="76067" y="18492"/>
                  </a:lnTo>
                  <a:lnTo>
                    <a:pt x="77764" y="18872"/>
                  </a:lnTo>
                  <a:lnTo>
                    <a:pt x="79372" y="19251"/>
                  </a:lnTo>
                  <a:lnTo>
                    <a:pt x="79372" y="19251"/>
                  </a:lnTo>
                  <a:lnTo>
                    <a:pt x="81047" y="18805"/>
                  </a:lnTo>
                  <a:lnTo>
                    <a:pt x="82610" y="18358"/>
                  </a:lnTo>
                  <a:lnTo>
                    <a:pt x="84084" y="17889"/>
                  </a:lnTo>
                  <a:lnTo>
                    <a:pt x="85447" y="17398"/>
                  </a:lnTo>
                  <a:lnTo>
                    <a:pt x="86094" y="17130"/>
                  </a:lnTo>
                  <a:lnTo>
                    <a:pt x="86697" y="16884"/>
                  </a:lnTo>
                  <a:lnTo>
                    <a:pt x="87300" y="16616"/>
                  </a:lnTo>
                  <a:lnTo>
                    <a:pt x="87859" y="16348"/>
                  </a:lnTo>
                  <a:lnTo>
                    <a:pt x="88395" y="16080"/>
                  </a:lnTo>
                  <a:lnTo>
                    <a:pt x="88886" y="15812"/>
                  </a:lnTo>
                  <a:lnTo>
                    <a:pt x="89377" y="15522"/>
                  </a:lnTo>
                  <a:lnTo>
                    <a:pt x="89824" y="15254"/>
                  </a:lnTo>
                  <a:lnTo>
                    <a:pt x="89824" y="7370"/>
                  </a:lnTo>
                  <a:lnTo>
                    <a:pt x="89824" y="7370"/>
                  </a:lnTo>
                  <a:lnTo>
                    <a:pt x="89176" y="6968"/>
                  </a:lnTo>
                  <a:lnTo>
                    <a:pt x="88462" y="6566"/>
                  </a:lnTo>
                  <a:lnTo>
                    <a:pt x="87702" y="6187"/>
                  </a:lnTo>
                  <a:lnTo>
                    <a:pt x="86876" y="5807"/>
                  </a:lnTo>
                  <a:lnTo>
                    <a:pt x="86005" y="5450"/>
                  </a:lnTo>
                  <a:lnTo>
                    <a:pt x="85067" y="5092"/>
                  </a:lnTo>
                  <a:lnTo>
                    <a:pt x="84084" y="4735"/>
                  </a:lnTo>
                  <a:lnTo>
                    <a:pt x="83057" y="4400"/>
                  </a:lnTo>
                  <a:lnTo>
                    <a:pt x="81985" y="4065"/>
                  </a:lnTo>
                  <a:lnTo>
                    <a:pt x="80846" y="3752"/>
                  </a:lnTo>
                  <a:lnTo>
                    <a:pt x="79663" y="3440"/>
                  </a:lnTo>
                  <a:lnTo>
                    <a:pt x="78434" y="3149"/>
                  </a:lnTo>
                  <a:lnTo>
                    <a:pt x="77161" y="2859"/>
                  </a:lnTo>
                  <a:lnTo>
                    <a:pt x="75844" y="2569"/>
                  </a:lnTo>
                  <a:lnTo>
                    <a:pt x="74504" y="2323"/>
                  </a:lnTo>
                  <a:lnTo>
                    <a:pt x="73097" y="2055"/>
                  </a:lnTo>
                  <a:lnTo>
                    <a:pt x="71667" y="1832"/>
                  </a:lnTo>
                  <a:lnTo>
                    <a:pt x="70193" y="1609"/>
                  </a:lnTo>
                  <a:lnTo>
                    <a:pt x="68675" y="1385"/>
                  </a:lnTo>
                  <a:lnTo>
                    <a:pt x="67134" y="1184"/>
                  </a:lnTo>
                  <a:lnTo>
                    <a:pt x="65548" y="1006"/>
                  </a:lnTo>
                  <a:lnTo>
                    <a:pt x="63940" y="827"/>
                  </a:lnTo>
                  <a:lnTo>
                    <a:pt x="62310" y="671"/>
                  </a:lnTo>
                  <a:lnTo>
                    <a:pt x="60635" y="537"/>
                  </a:lnTo>
                  <a:lnTo>
                    <a:pt x="58938" y="425"/>
                  </a:lnTo>
                  <a:lnTo>
                    <a:pt x="57196" y="313"/>
                  </a:lnTo>
                  <a:lnTo>
                    <a:pt x="55454" y="202"/>
                  </a:lnTo>
                  <a:lnTo>
                    <a:pt x="53667" y="135"/>
                  </a:lnTo>
                  <a:lnTo>
                    <a:pt x="51880" y="68"/>
                  </a:lnTo>
                  <a:lnTo>
                    <a:pt x="50049" y="23"/>
                  </a:lnTo>
                  <a:lnTo>
                    <a:pt x="48218" y="1"/>
                  </a:lnTo>
                  <a:lnTo>
                    <a:pt x="46364" y="1"/>
                  </a:lnTo>
                  <a:lnTo>
                    <a:pt x="46364" y="1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98" name="Google Shape;698;p71"/>
          <p:cNvSpPr txBox="1"/>
          <p:nvPr>
            <p:ph idx="1" type="subTitle"/>
          </p:nvPr>
        </p:nvSpPr>
        <p:spPr>
          <a:xfrm>
            <a:off x="278850" y="2976125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9" name="Google Shape;699;p71"/>
          <p:cNvSpPr txBox="1"/>
          <p:nvPr>
            <p:ph idx="3" type="subTitle"/>
          </p:nvPr>
        </p:nvSpPr>
        <p:spPr>
          <a:xfrm>
            <a:off x="1720650" y="25893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0" name="Google Shape;700;p71"/>
          <p:cNvSpPr txBox="1"/>
          <p:nvPr>
            <p:ph idx="4" type="subTitle"/>
          </p:nvPr>
        </p:nvSpPr>
        <p:spPr>
          <a:xfrm>
            <a:off x="3155400" y="23066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1" name="Google Shape;701;p71"/>
          <p:cNvSpPr txBox="1"/>
          <p:nvPr>
            <p:ph idx="5" type="subTitle"/>
          </p:nvPr>
        </p:nvSpPr>
        <p:spPr>
          <a:xfrm>
            <a:off x="4597200" y="19932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2" name="Google Shape;702;p71"/>
          <p:cNvSpPr txBox="1"/>
          <p:nvPr>
            <p:ph idx="6" type="subTitle"/>
          </p:nvPr>
        </p:nvSpPr>
        <p:spPr>
          <a:xfrm>
            <a:off x="6031950" y="16491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3" name="Google Shape;703;p71"/>
          <p:cNvSpPr txBox="1"/>
          <p:nvPr>
            <p:ph idx="7" type="subTitle"/>
          </p:nvPr>
        </p:nvSpPr>
        <p:spPr>
          <a:xfrm>
            <a:off x="7473750" y="12779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704" name="Google Shape;704;p71"/>
          <p:cNvGrpSpPr/>
          <p:nvPr/>
        </p:nvGrpSpPr>
        <p:grpSpPr>
          <a:xfrm>
            <a:off x="2674998" y="2923250"/>
            <a:ext cx="6470027" cy="2221724"/>
            <a:chOff x="2674998" y="2923250"/>
            <a:chExt cx="6470027" cy="2221724"/>
          </a:xfrm>
        </p:grpSpPr>
        <p:sp>
          <p:nvSpPr>
            <p:cNvPr id="705" name="Google Shape;705;p71"/>
            <p:cNvSpPr/>
            <p:nvPr/>
          </p:nvSpPr>
          <p:spPr>
            <a:xfrm flipH="1">
              <a:off x="2674998" y="2923250"/>
              <a:ext cx="6469577" cy="2221028"/>
            </a:xfrm>
            <a:custGeom>
              <a:rect b="b" l="l" r="r" t="t"/>
              <a:pathLst>
                <a:path extrusionOk="0" h="140705" w="409856">
                  <a:moveTo>
                    <a:pt x="31655" y="0"/>
                  </a:moveTo>
                  <a:lnTo>
                    <a:pt x="0" y="140608"/>
                  </a:lnTo>
                  <a:lnTo>
                    <a:pt x="198782" y="140640"/>
                  </a:lnTo>
                  <a:lnTo>
                    <a:pt x="409856" y="14070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706" name="Google Shape;706;p71"/>
            <p:cNvSpPr/>
            <p:nvPr/>
          </p:nvSpPr>
          <p:spPr>
            <a:xfrm flipH="1">
              <a:off x="8645446" y="2924025"/>
              <a:ext cx="499579" cy="2220949"/>
            </a:xfrm>
            <a:custGeom>
              <a:rect b="b" l="l" r="r" t="t"/>
              <a:pathLst>
                <a:path extrusionOk="0" h="140700" w="31649">
                  <a:moveTo>
                    <a:pt x="31649" y="0"/>
                  </a:moveTo>
                  <a:lnTo>
                    <a:pt x="0" y="140700"/>
                  </a:lnTo>
                  <a:lnTo>
                    <a:pt x="65" y="5318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707" name="Google Shape;707;p71"/>
          <p:cNvSpPr txBox="1"/>
          <p:nvPr>
            <p:ph idx="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1_1_1_1_1_1_1_1_7"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72"/>
          <p:cNvSpPr/>
          <p:nvPr/>
        </p:nvSpPr>
        <p:spPr>
          <a:xfrm>
            <a:off x="5050850" y="3243900"/>
            <a:ext cx="4093093" cy="1899657"/>
          </a:xfrm>
          <a:custGeom>
            <a:rect b="b" l="l" r="r" t="t"/>
            <a:pathLst>
              <a:path extrusionOk="0" fill="none" h="54955" w="115714">
                <a:moveTo>
                  <a:pt x="115714" y="0"/>
                </a:moveTo>
                <a:lnTo>
                  <a:pt x="115714" y="0"/>
                </a:lnTo>
                <a:lnTo>
                  <a:pt x="113184" y="224"/>
                </a:lnTo>
                <a:lnTo>
                  <a:pt x="110579" y="447"/>
                </a:lnTo>
                <a:lnTo>
                  <a:pt x="107938" y="744"/>
                </a:lnTo>
                <a:lnTo>
                  <a:pt x="105296" y="1079"/>
                </a:lnTo>
                <a:lnTo>
                  <a:pt x="102580" y="1451"/>
                </a:lnTo>
                <a:lnTo>
                  <a:pt x="99827" y="1898"/>
                </a:lnTo>
                <a:lnTo>
                  <a:pt x="97036" y="2382"/>
                </a:lnTo>
                <a:lnTo>
                  <a:pt x="94208" y="2902"/>
                </a:lnTo>
                <a:lnTo>
                  <a:pt x="91381" y="3461"/>
                </a:lnTo>
                <a:lnTo>
                  <a:pt x="88516" y="4093"/>
                </a:lnTo>
                <a:lnTo>
                  <a:pt x="85614" y="4763"/>
                </a:lnTo>
                <a:lnTo>
                  <a:pt x="82674" y="5470"/>
                </a:lnTo>
                <a:lnTo>
                  <a:pt x="79735" y="6251"/>
                </a:lnTo>
                <a:lnTo>
                  <a:pt x="76758" y="7032"/>
                </a:lnTo>
                <a:lnTo>
                  <a:pt x="73782" y="7925"/>
                </a:lnTo>
                <a:lnTo>
                  <a:pt x="70805" y="8818"/>
                </a:lnTo>
                <a:lnTo>
                  <a:pt x="70805" y="8818"/>
                </a:lnTo>
                <a:lnTo>
                  <a:pt x="67308" y="9935"/>
                </a:lnTo>
                <a:lnTo>
                  <a:pt x="63885" y="11088"/>
                </a:lnTo>
                <a:lnTo>
                  <a:pt x="60499" y="12279"/>
                </a:lnTo>
                <a:lnTo>
                  <a:pt x="57187" y="13506"/>
                </a:lnTo>
                <a:lnTo>
                  <a:pt x="53950" y="14772"/>
                </a:lnTo>
                <a:lnTo>
                  <a:pt x="50788" y="16074"/>
                </a:lnTo>
                <a:lnTo>
                  <a:pt x="47662" y="17413"/>
                </a:lnTo>
                <a:lnTo>
                  <a:pt x="44611" y="18753"/>
                </a:lnTo>
                <a:lnTo>
                  <a:pt x="41635" y="20167"/>
                </a:lnTo>
                <a:lnTo>
                  <a:pt x="38770" y="21580"/>
                </a:lnTo>
                <a:lnTo>
                  <a:pt x="35942" y="22994"/>
                </a:lnTo>
                <a:lnTo>
                  <a:pt x="33226" y="24445"/>
                </a:lnTo>
                <a:lnTo>
                  <a:pt x="30547" y="25934"/>
                </a:lnTo>
                <a:lnTo>
                  <a:pt x="28017" y="27422"/>
                </a:lnTo>
                <a:lnTo>
                  <a:pt x="25524" y="28947"/>
                </a:lnTo>
                <a:lnTo>
                  <a:pt x="23180" y="30473"/>
                </a:lnTo>
                <a:lnTo>
                  <a:pt x="20873" y="31998"/>
                </a:lnTo>
                <a:lnTo>
                  <a:pt x="18715" y="33561"/>
                </a:lnTo>
                <a:lnTo>
                  <a:pt x="16632" y="35086"/>
                </a:lnTo>
                <a:lnTo>
                  <a:pt x="14660" y="36649"/>
                </a:lnTo>
                <a:lnTo>
                  <a:pt x="12762" y="38212"/>
                </a:lnTo>
                <a:lnTo>
                  <a:pt x="11013" y="39775"/>
                </a:lnTo>
                <a:lnTo>
                  <a:pt x="9376" y="41337"/>
                </a:lnTo>
                <a:lnTo>
                  <a:pt x="7814" y="42900"/>
                </a:lnTo>
                <a:lnTo>
                  <a:pt x="6400" y="44425"/>
                </a:lnTo>
                <a:lnTo>
                  <a:pt x="5098" y="45988"/>
                </a:lnTo>
                <a:lnTo>
                  <a:pt x="4502" y="46732"/>
                </a:lnTo>
                <a:lnTo>
                  <a:pt x="3944" y="47514"/>
                </a:lnTo>
                <a:lnTo>
                  <a:pt x="3386" y="48258"/>
                </a:lnTo>
                <a:lnTo>
                  <a:pt x="2902" y="49039"/>
                </a:lnTo>
                <a:lnTo>
                  <a:pt x="2419" y="49783"/>
                </a:lnTo>
                <a:lnTo>
                  <a:pt x="1972" y="50527"/>
                </a:lnTo>
                <a:lnTo>
                  <a:pt x="1563" y="51272"/>
                </a:lnTo>
                <a:lnTo>
                  <a:pt x="1191" y="52016"/>
                </a:lnTo>
                <a:lnTo>
                  <a:pt x="819" y="52760"/>
                </a:lnTo>
                <a:lnTo>
                  <a:pt x="521" y="53504"/>
                </a:lnTo>
                <a:lnTo>
                  <a:pt x="223" y="54248"/>
                </a:lnTo>
                <a:lnTo>
                  <a:pt x="0" y="54955"/>
                </a:lnTo>
                <a:lnTo>
                  <a:pt x="115714" y="54955"/>
                </a:lnTo>
                <a:lnTo>
                  <a:pt x="115714" y="0"/>
                </a:lnTo>
                <a:lnTo>
                  <a:pt x="115714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10" name="Google Shape;710;p72"/>
          <p:cNvSpPr/>
          <p:nvPr/>
        </p:nvSpPr>
        <p:spPr>
          <a:xfrm>
            <a:off x="6123025" y="-3887"/>
            <a:ext cx="3022650" cy="837525"/>
          </a:xfrm>
          <a:custGeom>
            <a:rect b="b" l="l" r="r" t="t"/>
            <a:pathLst>
              <a:path extrusionOk="0" h="33501" w="120906">
                <a:moveTo>
                  <a:pt x="0" y="1"/>
                </a:moveTo>
                <a:lnTo>
                  <a:pt x="36409" y="33501"/>
                </a:lnTo>
                <a:lnTo>
                  <a:pt x="120847" y="20748"/>
                </a:lnTo>
                <a:lnTo>
                  <a:pt x="120906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  <a:effectLst>
            <a:outerShdw blurRad="700088" rotWithShape="0" algn="bl" dir="5700000" dist="219075">
              <a:schemeClr val="lt2">
                <a:alpha val="40000"/>
              </a:schemeClr>
            </a:outerShdw>
          </a:effectLst>
        </p:spPr>
      </p:sp>
      <p:sp>
        <p:nvSpPr>
          <p:cNvPr id="711" name="Google Shape;711;p72"/>
          <p:cNvSpPr txBox="1"/>
          <p:nvPr>
            <p:ph type="title"/>
          </p:nvPr>
        </p:nvSpPr>
        <p:spPr>
          <a:xfrm>
            <a:off x="1143300" y="1526963"/>
            <a:ext cx="2197500" cy="40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712" name="Google Shape;712;p72"/>
          <p:cNvSpPr txBox="1"/>
          <p:nvPr>
            <p:ph idx="2" type="title"/>
          </p:nvPr>
        </p:nvSpPr>
        <p:spPr>
          <a:xfrm>
            <a:off x="3820750" y="1526963"/>
            <a:ext cx="2197500" cy="402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713" name="Google Shape;713;p72"/>
          <p:cNvSpPr txBox="1"/>
          <p:nvPr>
            <p:ph idx="3" type="title"/>
          </p:nvPr>
        </p:nvSpPr>
        <p:spPr>
          <a:xfrm>
            <a:off x="1129950" y="1992625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4" name="Google Shape;714;p72"/>
          <p:cNvSpPr txBox="1"/>
          <p:nvPr>
            <p:ph idx="4" type="title"/>
          </p:nvPr>
        </p:nvSpPr>
        <p:spPr>
          <a:xfrm>
            <a:off x="1129950" y="2801602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5" name="Google Shape;715;p72"/>
          <p:cNvSpPr txBox="1"/>
          <p:nvPr>
            <p:ph idx="5" type="title"/>
          </p:nvPr>
        </p:nvSpPr>
        <p:spPr>
          <a:xfrm>
            <a:off x="1129950" y="3610580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6" name="Google Shape;716;p72"/>
          <p:cNvSpPr txBox="1"/>
          <p:nvPr>
            <p:ph idx="6" type="title"/>
          </p:nvPr>
        </p:nvSpPr>
        <p:spPr>
          <a:xfrm>
            <a:off x="3820750" y="199262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7" name="Google Shape;717;p72"/>
          <p:cNvSpPr txBox="1"/>
          <p:nvPr>
            <p:ph idx="7" type="title"/>
          </p:nvPr>
        </p:nvSpPr>
        <p:spPr>
          <a:xfrm>
            <a:off x="3820750" y="2801550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8" name="Google Shape;718;p72"/>
          <p:cNvSpPr txBox="1"/>
          <p:nvPr>
            <p:ph idx="8" type="title"/>
          </p:nvPr>
        </p:nvSpPr>
        <p:spPr>
          <a:xfrm>
            <a:off x="3820750" y="361047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9" name="Google Shape;719;p72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20" name="Google Shape;720;p72"/>
          <p:cNvSpPr txBox="1"/>
          <p:nvPr>
            <p:ph idx="13" type="title"/>
          </p:nvPr>
        </p:nvSpPr>
        <p:spPr>
          <a:xfrm>
            <a:off x="115025" y="502775"/>
            <a:ext cx="64404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721" name="Google Shape;721;p72"/>
          <p:cNvSpPr txBox="1"/>
          <p:nvPr>
            <p:ph idx="14" type="title"/>
          </p:nvPr>
        </p:nvSpPr>
        <p:spPr>
          <a:xfrm>
            <a:off x="228600" y="21273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22" name="Google Shape;722;p72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723" name="Google Shape;723;p72"/>
          <p:cNvSpPr txBox="1"/>
          <p:nvPr>
            <p:ph idx="16" type="title"/>
          </p:nvPr>
        </p:nvSpPr>
        <p:spPr>
          <a:xfrm>
            <a:off x="228600" y="29362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24" name="Google Shape;724;p72"/>
          <p:cNvSpPr txBox="1"/>
          <p:nvPr>
            <p:ph idx="17" type="title"/>
          </p:nvPr>
        </p:nvSpPr>
        <p:spPr>
          <a:xfrm>
            <a:off x="228600" y="37451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241">
          <p15:clr>
            <a:srgbClr val="E46962"/>
          </p15:clr>
        </p15:guide>
        <p15:guide id="2" orient="horz" pos="1755">
          <p15:clr>
            <a:srgbClr val="E46962"/>
          </p15:clr>
        </p15:guide>
        <p15:guide id="3" orient="horz" pos="2267">
          <p15:clr>
            <a:srgbClr val="E46962"/>
          </p15:clr>
        </p15:guide>
        <p15:guide id="4" orient="horz" pos="2778">
          <p15:clr>
            <a:srgbClr val="E46962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hart">
  <p:cSld name="BLANK_1_1_1_1_1_1_1_1_1_1_7_1"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73"/>
          <p:cNvSpPr/>
          <p:nvPr/>
        </p:nvSpPr>
        <p:spPr>
          <a:xfrm flipH="1" rot="-1079220">
            <a:off x="-2010221" y="4250160"/>
            <a:ext cx="4477637" cy="804981"/>
          </a:xfrm>
          <a:prstGeom prst="chord">
            <a:avLst>
              <a:gd fmla="val 2752926" name="adj1"/>
              <a:gd fmla="val 1719354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727" name="Google Shape;727;p73"/>
          <p:cNvGrpSpPr/>
          <p:nvPr/>
        </p:nvGrpSpPr>
        <p:grpSpPr>
          <a:xfrm rot="-5400000">
            <a:off x="4030013" y="41713"/>
            <a:ext cx="1026300" cy="9201675"/>
            <a:chOff x="670045" y="-5692564"/>
            <a:chExt cx="1026300" cy="9201675"/>
          </a:xfrm>
        </p:grpSpPr>
        <p:sp>
          <p:nvSpPr>
            <p:cNvPr id="728" name="Google Shape;728;p73"/>
            <p:cNvSpPr/>
            <p:nvPr/>
          </p:nvSpPr>
          <p:spPr>
            <a:xfrm>
              <a:off x="675320" y="-5692564"/>
              <a:ext cx="1010925" cy="7239975"/>
            </a:xfrm>
            <a:custGeom>
              <a:rect b="b" l="l" r="r" t="t"/>
              <a:pathLst>
                <a:path extrusionOk="0" h="289599" w="40437">
                  <a:moveTo>
                    <a:pt x="40437" y="287489"/>
                  </a:moveTo>
                  <a:lnTo>
                    <a:pt x="0" y="0"/>
                  </a:lnTo>
                  <a:lnTo>
                    <a:pt x="242" y="276278"/>
                  </a:lnTo>
                  <a:lnTo>
                    <a:pt x="238" y="28959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729" name="Google Shape;729;p73"/>
            <p:cNvSpPr/>
            <p:nvPr/>
          </p:nvSpPr>
          <p:spPr>
            <a:xfrm>
              <a:off x="670045" y="1494661"/>
              <a:ext cx="1026300" cy="2014450"/>
            </a:xfrm>
            <a:custGeom>
              <a:rect b="b" l="l" r="r" t="t"/>
              <a:pathLst>
                <a:path extrusionOk="0" h="80578" w="41052">
                  <a:moveTo>
                    <a:pt x="499" y="80578"/>
                  </a:moveTo>
                  <a:lnTo>
                    <a:pt x="15982" y="73724"/>
                  </a:lnTo>
                  <a:lnTo>
                    <a:pt x="41052" y="0"/>
                  </a:lnTo>
                  <a:lnTo>
                    <a:pt x="472" y="1824"/>
                  </a:lnTo>
                  <a:lnTo>
                    <a:pt x="0" y="39674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37000">
                  <a:schemeClr val="lt2"/>
                </a:gs>
                <a:gs pos="92000">
                  <a:schemeClr val="accent1"/>
                </a:gs>
                <a:gs pos="100000">
                  <a:schemeClr val="accent1"/>
                </a:gs>
              </a:gsLst>
              <a:lin ang="13500032" scaled="0"/>
            </a:gradFill>
            <a:ln>
              <a:noFill/>
            </a:ln>
          </p:spPr>
        </p:sp>
      </p:grpSp>
      <p:sp>
        <p:nvSpPr>
          <p:cNvPr id="730" name="Google Shape;730;p73"/>
          <p:cNvSpPr txBox="1"/>
          <p:nvPr>
            <p:ph type="title"/>
          </p:nvPr>
        </p:nvSpPr>
        <p:spPr>
          <a:xfrm>
            <a:off x="37200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31" name="Google Shape;731;p73"/>
          <p:cNvSpPr txBox="1"/>
          <p:nvPr>
            <p:ph idx="2" type="title"/>
          </p:nvPr>
        </p:nvSpPr>
        <p:spPr>
          <a:xfrm>
            <a:off x="71489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32" name="Google Shape;732;p73"/>
          <p:cNvSpPr txBox="1"/>
          <p:nvPr>
            <p:ph idx="3" type="title"/>
          </p:nvPr>
        </p:nvSpPr>
        <p:spPr>
          <a:xfrm>
            <a:off x="543447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33" name="Google Shape;733;p73"/>
          <p:cNvSpPr txBox="1"/>
          <p:nvPr>
            <p:ph idx="4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34" name="Google Shape;734;p73"/>
          <p:cNvSpPr txBox="1"/>
          <p:nvPr>
            <p:ph idx="5" type="title"/>
          </p:nvPr>
        </p:nvSpPr>
        <p:spPr>
          <a:xfrm>
            <a:off x="108300" y="1168075"/>
            <a:ext cx="3544500" cy="2275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/>
        </p:txBody>
      </p:sp>
      <p:sp>
        <p:nvSpPr>
          <p:cNvPr id="735" name="Google Shape;735;p73"/>
          <p:cNvSpPr txBox="1"/>
          <p:nvPr>
            <p:ph idx="6" type="title"/>
          </p:nvPr>
        </p:nvSpPr>
        <p:spPr>
          <a:xfrm>
            <a:off x="3720025" y="1287875"/>
            <a:ext cx="4295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36" name="Google Shape;736;p73"/>
          <p:cNvSpPr txBox="1"/>
          <p:nvPr>
            <p:ph idx="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tle">
  <p:cSld name="BLANK_1_1_1_1_1_1_1_1_1_1_6"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74"/>
          <p:cNvSpPr/>
          <p:nvPr/>
        </p:nvSpPr>
        <p:spPr>
          <a:xfrm rot="35689">
            <a:off x="3842097" y="2193145"/>
            <a:ext cx="4854862" cy="198250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39" name="Google Shape;739;p74"/>
          <p:cNvSpPr/>
          <p:nvPr/>
        </p:nvSpPr>
        <p:spPr>
          <a:xfrm rot="-1029644">
            <a:off x="3491561" y="2543266"/>
            <a:ext cx="5708121" cy="1598166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740" name="Google Shape;740;p74"/>
          <p:cNvGrpSpPr/>
          <p:nvPr/>
        </p:nvGrpSpPr>
        <p:grpSpPr>
          <a:xfrm rot="10800000">
            <a:off x="9" y="0"/>
            <a:ext cx="1889320" cy="1499480"/>
            <a:chOff x="461225" y="3249175"/>
            <a:chExt cx="1399496" cy="1110726"/>
          </a:xfrm>
        </p:grpSpPr>
        <p:grpSp>
          <p:nvGrpSpPr>
            <p:cNvPr id="741" name="Google Shape;741;p74"/>
            <p:cNvGrpSpPr/>
            <p:nvPr/>
          </p:nvGrpSpPr>
          <p:grpSpPr>
            <a:xfrm>
              <a:off x="461225" y="3249175"/>
              <a:ext cx="1399496" cy="370204"/>
              <a:chOff x="461225" y="3249175"/>
              <a:chExt cx="1399496" cy="370204"/>
            </a:xfrm>
          </p:grpSpPr>
          <p:sp>
            <p:nvSpPr>
              <p:cNvPr id="742" name="Google Shape;742;p7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43" name="Google Shape;743;p7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44" name="Google Shape;744;p7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45" name="Google Shape;745;p74"/>
              <p:cNvSpPr/>
              <p:nvPr/>
            </p:nvSpPr>
            <p:spPr>
              <a:xfrm>
                <a:off x="1571821" y="3249179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46" name="Google Shape;746;p74"/>
            <p:cNvGrpSpPr/>
            <p:nvPr/>
          </p:nvGrpSpPr>
          <p:grpSpPr>
            <a:xfrm>
              <a:off x="461225" y="3619500"/>
              <a:ext cx="1399496" cy="370202"/>
              <a:chOff x="461225" y="3249175"/>
              <a:chExt cx="1399496" cy="370202"/>
            </a:xfrm>
          </p:grpSpPr>
          <p:sp>
            <p:nvSpPr>
              <p:cNvPr id="747" name="Google Shape;747;p7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48" name="Google Shape;748;p7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49" name="Google Shape;749;p7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50" name="Google Shape;750;p74"/>
              <p:cNvSpPr/>
              <p:nvPr/>
            </p:nvSpPr>
            <p:spPr>
              <a:xfrm>
                <a:off x="1571821" y="3249177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51" name="Google Shape;751;p74"/>
            <p:cNvGrpSpPr/>
            <p:nvPr/>
          </p:nvGrpSpPr>
          <p:grpSpPr>
            <a:xfrm>
              <a:off x="461225" y="3989700"/>
              <a:ext cx="1399496" cy="370201"/>
              <a:chOff x="461225" y="3249175"/>
              <a:chExt cx="1399496" cy="370201"/>
            </a:xfrm>
          </p:grpSpPr>
          <p:sp>
            <p:nvSpPr>
              <p:cNvPr id="752" name="Google Shape;752;p7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53" name="Google Shape;753;p7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54" name="Google Shape;754;p7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55" name="Google Shape;755;p74"/>
              <p:cNvSpPr/>
              <p:nvPr/>
            </p:nvSpPr>
            <p:spPr>
              <a:xfrm>
                <a:off x="1571821" y="3249176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756" name="Google Shape;756;p74"/>
          <p:cNvSpPr/>
          <p:nvPr/>
        </p:nvSpPr>
        <p:spPr>
          <a:xfrm>
            <a:off x="5909401" y="-3350"/>
            <a:ext cx="3234589" cy="1736822"/>
          </a:xfrm>
          <a:custGeom>
            <a:rect b="b" l="l" r="r" t="t"/>
            <a:pathLst>
              <a:path extrusionOk="0" h="141435" w="263403">
                <a:moveTo>
                  <a:pt x="0" y="277"/>
                </a:moveTo>
                <a:lnTo>
                  <a:pt x="193747" y="141435"/>
                </a:lnTo>
                <a:lnTo>
                  <a:pt x="263403" y="7658"/>
                </a:lnTo>
                <a:lnTo>
                  <a:pt x="263403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51000">
                <a:schemeClr val="accent1"/>
              </a:gs>
              <a:gs pos="79000">
                <a:schemeClr val="accent1"/>
              </a:gs>
              <a:gs pos="91000">
                <a:schemeClr val="accent3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  <a:effectLst>
            <a:outerShdw blurRad="1042988" rotWithShape="0" algn="bl" dir="5400000" dist="19050">
              <a:schemeClr val="lt2">
                <a:alpha val="49000"/>
              </a:schemeClr>
            </a:outerShdw>
          </a:effectLst>
        </p:spPr>
      </p:sp>
      <p:sp>
        <p:nvSpPr>
          <p:cNvPr id="757" name="Google Shape;757;p74"/>
          <p:cNvSpPr/>
          <p:nvPr/>
        </p:nvSpPr>
        <p:spPr>
          <a:xfrm>
            <a:off x="8299949" y="73285"/>
            <a:ext cx="844041" cy="1631459"/>
          </a:xfrm>
          <a:custGeom>
            <a:rect b="b" l="l" r="r" t="t"/>
            <a:pathLst>
              <a:path extrusionOk="0" h="132855" w="68733">
                <a:moveTo>
                  <a:pt x="0" y="132855"/>
                </a:moveTo>
                <a:lnTo>
                  <a:pt x="68733" y="58124"/>
                </a:lnTo>
                <a:lnTo>
                  <a:pt x="68733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758" name="Google Shape;758;p74"/>
          <p:cNvSpPr txBox="1"/>
          <p:nvPr>
            <p:ph type="title"/>
          </p:nvPr>
        </p:nvSpPr>
        <p:spPr>
          <a:xfrm>
            <a:off x="163725" y="2947825"/>
            <a:ext cx="6637500" cy="149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59" name="Google Shape;759;p74"/>
          <p:cNvSpPr txBox="1"/>
          <p:nvPr>
            <p:ph idx="1" type="subTitle"/>
          </p:nvPr>
        </p:nvSpPr>
        <p:spPr>
          <a:xfrm>
            <a:off x="163725" y="1184350"/>
            <a:ext cx="3336600" cy="15822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60" name="Google Shape;760;p74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61" name="Google Shape;761;p74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3">
  <p:cSld name="BLANK_1_1_1_1_1_1_1_1_1_1_5"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75"/>
          <p:cNvSpPr/>
          <p:nvPr/>
        </p:nvSpPr>
        <p:spPr>
          <a:xfrm>
            <a:off x="1347300" y="4352975"/>
            <a:ext cx="6752827" cy="790544"/>
          </a:xfrm>
          <a:custGeom>
            <a:rect b="b" l="l" r="r" t="t"/>
            <a:pathLst>
              <a:path extrusionOk="0" h="14771" w="86243">
                <a:moveTo>
                  <a:pt x="61203" y="1"/>
                </a:moveTo>
                <a:lnTo>
                  <a:pt x="59656" y="20"/>
                </a:lnTo>
                <a:lnTo>
                  <a:pt x="58090" y="60"/>
                </a:lnTo>
                <a:lnTo>
                  <a:pt x="56504" y="119"/>
                </a:lnTo>
                <a:lnTo>
                  <a:pt x="54898" y="199"/>
                </a:lnTo>
                <a:lnTo>
                  <a:pt x="53272" y="298"/>
                </a:lnTo>
                <a:lnTo>
                  <a:pt x="51627" y="417"/>
                </a:lnTo>
                <a:lnTo>
                  <a:pt x="49961" y="575"/>
                </a:lnTo>
                <a:lnTo>
                  <a:pt x="48276" y="734"/>
                </a:lnTo>
                <a:lnTo>
                  <a:pt x="46591" y="932"/>
                </a:lnTo>
                <a:lnTo>
                  <a:pt x="44886" y="1150"/>
                </a:lnTo>
                <a:lnTo>
                  <a:pt x="43161" y="1388"/>
                </a:lnTo>
                <a:lnTo>
                  <a:pt x="41436" y="1646"/>
                </a:lnTo>
                <a:lnTo>
                  <a:pt x="39711" y="1924"/>
                </a:lnTo>
                <a:lnTo>
                  <a:pt x="37967" y="2221"/>
                </a:lnTo>
                <a:lnTo>
                  <a:pt x="36202" y="2538"/>
                </a:lnTo>
                <a:lnTo>
                  <a:pt x="34458" y="2875"/>
                </a:lnTo>
                <a:lnTo>
                  <a:pt x="31900" y="3411"/>
                </a:lnTo>
                <a:lnTo>
                  <a:pt x="29382" y="3986"/>
                </a:lnTo>
                <a:lnTo>
                  <a:pt x="26884" y="4600"/>
                </a:lnTo>
                <a:lnTo>
                  <a:pt x="24426" y="5235"/>
                </a:lnTo>
                <a:lnTo>
                  <a:pt x="22007" y="5909"/>
                </a:lnTo>
                <a:lnTo>
                  <a:pt x="19628" y="6622"/>
                </a:lnTo>
                <a:lnTo>
                  <a:pt x="17288" y="7356"/>
                </a:lnTo>
                <a:lnTo>
                  <a:pt x="15008" y="8129"/>
                </a:lnTo>
                <a:lnTo>
                  <a:pt x="12867" y="8902"/>
                </a:lnTo>
                <a:lnTo>
                  <a:pt x="10805" y="9695"/>
                </a:lnTo>
                <a:lnTo>
                  <a:pt x="8823" y="10488"/>
                </a:lnTo>
                <a:lnTo>
                  <a:pt x="6900" y="11321"/>
                </a:lnTo>
                <a:lnTo>
                  <a:pt x="5056" y="12154"/>
                </a:lnTo>
                <a:lnTo>
                  <a:pt x="4164" y="12590"/>
                </a:lnTo>
                <a:lnTo>
                  <a:pt x="3291" y="13006"/>
                </a:lnTo>
                <a:lnTo>
                  <a:pt x="2439" y="13442"/>
                </a:lnTo>
                <a:lnTo>
                  <a:pt x="1606" y="13879"/>
                </a:lnTo>
                <a:lnTo>
                  <a:pt x="793" y="14335"/>
                </a:lnTo>
                <a:lnTo>
                  <a:pt x="0" y="14771"/>
                </a:lnTo>
                <a:lnTo>
                  <a:pt x="83665" y="14771"/>
                </a:lnTo>
                <a:lnTo>
                  <a:pt x="84042" y="14335"/>
                </a:lnTo>
                <a:lnTo>
                  <a:pt x="84379" y="13918"/>
                </a:lnTo>
                <a:lnTo>
                  <a:pt x="84696" y="13482"/>
                </a:lnTo>
                <a:lnTo>
                  <a:pt x="84974" y="13066"/>
                </a:lnTo>
                <a:lnTo>
                  <a:pt x="85232" y="12649"/>
                </a:lnTo>
                <a:lnTo>
                  <a:pt x="85450" y="12233"/>
                </a:lnTo>
                <a:lnTo>
                  <a:pt x="85648" y="11817"/>
                </a:lnTo>
                <a:lnTo>
                  <a:pt x="85826" y="11400"/>
                </a:lnTo>
                <a:lnTo>
                  <a:pt x="85965" y="11004"/>
                </a:lnTo>
                <a:lnTo>
                  <a:pt x="86084" y="10607"/>
                </a:lnTo>
                <a:lnTo>
                  <a:pt x="86163" y="10211"/>
                </a:lnTo>
                <a:lnTo>
                  <a:pt x="86223" y="9814"/>
                </a:lnTo>
                <a:lnTo>
                  <a:pt x="86243" y="9438"/>
                </a:lnTo>
                <a:lnTo>
                  <a:pt x="86243" y="9041"/>
                </a:lnTo>
                <a:lnTo>
                  <a:pt x="86203" y="8664"/>
                </a:lnTo>
                <a:lnTo>
                  <a:pt x="86144" y="8288"/>
                </a:lnTo>
                <a:lnTo>
                  <a:pt x="86084" y="8050"/>
                </a:lnTo>
                <a:lnTo>
                  <a:pt x="86025" y="7812"/>
                </a:lnTo>
                <a:lnTo>
                  <a:pt x="85945" y="7574"/>
                </a:lnTo>
                <a:lnTo>
                  <a:pt x="85846" y="7336"/>
                </a:lnTo>
                <a:lnTo>
                  <a:pt x="85747" y="7118"/>
                </a:lnTo>
                <a:lnTo>
                  <a:pt x="85628" y="6880"/>
                </a:lnTo>
                <a:lnTo>
                  <a:pt x="85370" y="6444"/>
                </a:lnTo>
                <a:lnTo>
                  <a:pt x="85053" y="6008"/>
                </a:lnTo>
                <a:lnTo>
                  <a:pt x="84676" y="5591"/>
                </a:lnTo>
                <a:lnTo>
                  <a:pt x="84280" y="5175"/>
                </a:lnTo>
                <a:lnTo>
                  <a:pt x="83824" y="4798"/>
                </a:lnTo>
                <a:lnTo>
                  <a:pt x="83309" y="4402"/>
                </a:lnTo>
                <a:lnTo>
                  <a:pt x="82773" y="4045"/>
                </a:lnTo>
                <a:lnTo>
                  <a:pt x="82178" y="3688"/>
                </a:lnTo>
                <a:lnTo>
                  <a:pt x="81524" y="3351"/>
                </a:lnTo>
                <a:lnTo>
                  <a:pt x="80850" y="3034"/>
                </a:lnTo>
                <a:lnTo>
                  <a:pt x="80117" y="2717"/>
                </a:lnTo>
                <a:lnTo>
                  <a:pt x="79343" y="2419"/>
                </a:lnTo>
                <a:lnTo>
                  <a:pt x="78530" y="2142"/>
                </a:lnTo>
                <a:lnTo>
                  <a:pt x="77698" y="1884"/>
                </a:lnTo>
                <a:lnTo>
                  <a:pt x="76825" y="1646"/>
                </a:lnTo>
                <a:lnTo>
                  <a:pt x="75933" y="1428"/>
                </a:lnTo>
                <a:lnTo>
                  <a:pt x="74982" y="1230"/>
                </a:lnTo>
                <a:lnTo>
                  <a:pt x="74010" y="1031"/>
                </a:lnTo>
                <a:lnTo>
                  <a:pt x="72999" y="853"/>
                </a:lnTo>
                <a:lnTo>
                  <a:pt x="71948" y="694"/>
                </a:lnTo>
                <a:lnTo>
                  <a:pt x="70878" y="556"/>
                </a:lnTo>
                <a:lnTo>
                  <a:pt x="69767" y="437"/>
                </a:lnTo>
                <a:lnTo>
                  <a:pt x="68618" y="318"/>
                </a:lnTo>
                <a:lnTo>
                  <a:pt x="67448" y="219"/>
                </a:lnTo>
                <a:lnTo>
                  <a:pt x="66258" y="139"/>
                </a:lnTo>
                <a:lnTo>
                  <a:pt x="65029" y="80"/>
                </a:lnTo>
                <a:lnTo>
                  <a:pt x="63780" y="40"/>
                </a:lnTo>
                <a:lnTo>
                  <a:pt x="62511" y="20"/>
                </a:lnTo>
                <a:lnTo>
                  <a:pt x="61203" y="1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64" name="Google Shape;764;p7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65" name="Google Shape;765;p75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766" name="Google Shape;766;p75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_1_1_1_1_1_1_4"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76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69" name="Google Shape;769;p76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770" name="Google Shape;770;p76"/>
          <p:cNvSpPr txBox="1"/>
          <p:nvPr>
            <p:ph idx="2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771" name="Google Shape;771;p76"/>
          <p:cNvSpPr txBox="1"/>
          <p:nvPr>
            <p:ph idx="3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772" name="Google Shape;772;p76"/>
          <p:cNvSpPr txBox="1"/>
          <p:nvPr>
            <p:ph idx="4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773" name="Google Shape;773;p76"/>
          <p:cNvSpPr txBox="1"/>
          <p:nvPr>
            <p:ph idx="5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774" name="Google Shape;774;p76"/>
          <p:cNvSpPr txBox="1"/>
          <p:nvPr>
            <p:ph idx="6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775" name="Google Shape;775;p76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76" name="Google Shape;776;p76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77" name="Google Shape;777;p76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78" name="Google Shape;778;p76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779" name="Google Shape;779;p76"/>
          <p:cNvSpPr txBox="1"/>
          <p:nvPr>
            <p:ph idx="8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780" name="Google Shape;780;p76"/>
          <p:cNvSpPr txBox="1"/>
          <p:nvPr>
            <p:ph idx="9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781" name="Google Shape;781;p76"/>
          <p:cNvSpPr txBox="1"/>
          <p:nvPr>
            <p:ph idx="13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782" name="Google Shape;782;p76"/>
          <p:cNvSpPr txBox="1"/>
          <p:nvPr>
            <p:ph idx="14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783" name="Google Shape;783;p76"/>
          <p:cNvSpPr txBox="1"/>
          <p:nvPr>
            <p:ph idx="15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784" name="Google Shape;784;p76"/>
          <p:cNvSpPr txBox="1"/>
          <p:nvPr>
            <p:ph idx="16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785" name="Google Shape;785;p76"/>
          <p:cNvSpPr txBox="1"/>
          <p:nvPr>
            <p:ph idx="17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786" name="Google Shape;786;p76"/>
          <p:cNvSpPr txBox="1"/>
          <p:nvPr>
            <p:ph idx="18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787" name="Google Shape;787;p76"/>
          <p:cNvSpPr txBox="1"/>
          <p:nvPr>
            <p:ph idx="19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788" name="Google Shape;788;p76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- Dark">
  <p:cSld name="BLANK_1_1_1_1_1_1_1_1_1_1_4_1">
    <p:bg>
      <p:bgPr>
        <a:solidFill>
          <a:schemeClr val="lt1"/>
        </a:solidFill>
      </p:bgPr>
    </p:bg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77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5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91" name="Google Shape;791;p77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792" name="Google Shape;792;p77"/>
          <p:cNvSpPr txBox="1"/>
          <p:nvPr>
            <p:ph idx="2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793" name="Google Shape;793;p77"/>
          <p:cNvSpPr txBox="1"/>
          <p:nvPr>
            <p:ph idx="3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794" name="Google Shape;794;p77"/>
          <p:cNvSpPr txBox="1"/>
          <p:nvPr>
            <p:ph idx="4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95" name="Google Shape;795;p77"/>
          <p:cNvSpPr txBox="1"/>
          <p:nvPr>
            <p:ph idx="5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796" name="Google Shape;796;p77"/>
          <p:cNvSpPr txBox="1"/>
          <p:nvPr>
            <p:ph idx="6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797" name="Google Shape;797;p77"/>
          <p:cNvSpPr txBox="1"/>
          <p:nvPr>
            <p:ph idx="7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798" name="Google Shape;798;p77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99" name="Google Shape;799;p77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800" name="Google Shape;800;p77"/>
          <p:cNvSpPr txBox="1"/>
          <p:nvPr>
            <p:ph idx="8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801" name="Google Shape;801;p77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02" name="Google Shape;802;p77"/>
          <p:cNvSpPr txBox="1"/>
          <p:nvPr>
            <p:ph idx="9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03" name="Google Shape;803;p77"/>
          <p:cNvSpPr txBox="1"/>
          <p:nvPr>
            <p:ph idx="13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04" name="Google Shape;804;p77"/>
          <p:cNvSpPr txBox="1"/>
          <p:nvPr>
            <p:ph idx="14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05" name="Google Shape;805;p77"/>
          <p:cNvSpPr txBox="1"/>
          <p:nvPr>
            <p:ph idx="15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06" name="Google Shape;806;p77"/>
          <p:cNvSpPr txBox="1"/>
          <p:nvPr>
            <p:ph idx="16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07" name="Google Shape;807;p77"/>
          <p:cNvSpPr txBox="1"/>
          <p:nvPr>
            <p:ph idx="17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08" name="Google Shape;808;p77"/>
          <p:cNvSpPr txBox="1"/>
          <p:nvPr>
            <p:ph idx="18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09" name="Google Shape;809;p77"/>
          <p:cNvSpPr txBox="1"/>
          <p:nvPr>
            <p:ph idx="19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10" name="Google Shape;810;p77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two bodies">
  <p:cSld name="BLANK_1_1_1_1_1_1_1_1_1_1_3_2">
    <p:bg>
      <p:bgPr>
        <a:solidFill>
          <a:schemeClr val="lt1"/>
        </a:solidFill>
      </p:bgPr>
    </p:bg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78"/>
          <p:cNvSpPr/>
          <p:nvPr/>
        </p:nvSpPr>
        <p:spPr>
          <a:xfrm flipH="1" rot="-5400000">
            <a:off x="1263236" y="2706539"/>
            <a:ext cx="1173845" cy="3700317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813" name="Google Shape;813;p78"/>
          <p:cNvSpPr/>
          <p:nvPr/>
        </p:nvSpPr>
        <p:spPr>
          <a:xfrm flipH="1">
            <a:off x="228605" y="3621311"/>
            <a:ext cx="3534079" cy="1522191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814" name="Google Shape;814;p78"/>
          <p:cNvSpPr/>
          <p:nvPr/>
        </p:nvSpPr>
        <p:spPr>
          <a:xfrm flipH="1">
            <a:off x="234700" y="1635550"/>
            <a:ext cx="3321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815" name="Google Shape;815;p78"/>
          <p:cNvGrpSpPr/>
          <p:nvPr/>
        </p:nvGrpSpPr>
        <p:grpSpPr>
          <a:xfrm flipH="1">
            <a:off x="7293000" y="0"/>
            <a:ext cx="1851000" cy="1225325"/>
            <a:chOff x="461225" y="3875100"/>
            <a:chExt cx="1851000" cy="1225325"/>
          </a:xfrm>
        </p:grpSpPr>
        <p:grpSp>
          <p:nvGrpSpPr>
            <p:cNvPr id="816" name="Google Shape;816;p78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817" name="Google Shape;817;p78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818" name="Google Shape;818;p78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819" name="Google Shape;819;p78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820" name="Google Shape;820;p78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821" name="Google Shape;821;p78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822" name="Google Shape;822;p78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823" name="Google Shape;823;p78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824" name="Google Shape;824;p7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825" name="Google Shape;825;p7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826" name="Google Shape;826;p78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827" name="Google Shape;827;p78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828" name="Google Shape;828;p7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829" name="Google Shape;829;p7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830" name="Google Shape;830;p7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831" name="Google Shape;831;p7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832" name="Google Shape;832;p78"/>
          <p:cNvSpPr txBox="1"/>
          <p:nvPr>
            <p:ph type="title"/>
          </p:nvPr>
        </p:nvSpPr>
        <p:spPr>
          <a:xfrm>
            <a:off x="3822450" y="1287875"/>
            <a:ext cx="4295400" cy="277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833" name="Google Shape;833;p78"/>
          <p:cNvSpPr txBox="1"/>
          <p:nvPr>
            <p:ph idx="2" type="title"/>
          </p:nvPr>
        </p:nvSpPr>
        <p:spPr>
          <a:xfrm>
            <a:off x="85725" y="1287875"/>
            <a:ext cx="3347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834" name="Google Shape;834;p78"/>
          <p:cNvSpPr/>
          <p:nvPr>
            <p:ph idx="3" type="pic"/>
          </p:nvPr>
        </p:nvSpPr>
        <p:spPr>
          <a:xfrm>
            <a:off x="227225" y="18323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835" name="Google Shape;835;p78"/>
          <p:cNvSpPr/>
          <p:nvPr>
            <p:ph idx="4" type="pic"/>
          </p:nvPr>
        </p:nvSpPr>
        <p:spPr>
          <a:xfrm>
            <a:off x="227225" y="267242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836" name="Google Shape;836;p78"/>
          <p:cNvSpPr/>
          <p:nvPr>
            <p:ph idx="5" type="pic"/>
          </p:nvPr>
        </p:nvSpPr>
        <p:spPr>
          <a:xfrm>
            <a:off x="227225" y="35124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837" name="Google Shape;837;p78"/>
          <p:cNvSpPr txBox="1"/>
          <p:nvPr>
            <p:ph idx="6" type="title"/>
          </p:nvPr>
        </p:nvSpPr>
        <p:spPr>
          <a:xfrm>
            <a:off x="1048325" y="18323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838" name="Google Shape;838;p78"/>
          <p:cNvSpPr txBox="1"/>
          <p:nvPr>
            <p:ph idx="7" type="title"/>
          </p:nvPr>
        </p:nvSpPr>
        <p:spPr>
          <a:xfrm>
            <a:off x="1048325" y="267242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839" name="Google Shape;839;p78"/>
          <p:cNvSpPr txBox="1"/>
          <p:nvPr>
            <p:ph idx="8" type="title"/>
          </p:nvPr>
        </p:nvSpPr>
        <p:spPr>
          <a:xfrm>
            <a:off x="1048325" y="35124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840" name="Google Shape;840;p78"/>
          <p:cNvSpPr txBox="1"/>
          <p:nvPr>
            <p:ph idx="9" type="title"/>
          </p:nvPr>
        </p:nvSpPr>
        <p:spPr>
          <a:xfrm>
            <a:off x="3820750" y="1711525"/>
            <a:ext cx="1800000" cy="1522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841" name="Google Shape;841;p78"/>
          <p:cNvSpPr txBox="1"/>
          <p:nvPr>
            <p:ph idx="13" type="title"/>
          </p:nvPr>
        </p:nvSpPr>
        <p:spPr>
          <a:xfrm>
            <a:off x="7107575" y="1711450"/>
            <a:ext cx="8742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842" name="Google Shape;842;p78"/>
          <p:cNvSpPr txBox="1"/>
          <p:nvPr>
            <p:ph idx="14" type="title"/>
          </p:nvPr>
        </p:nvSpPr>
        <p:spPr>
          <a:xfrm>
            <a:off x="5518325" y="1711575"/>
            <a:ext cx="13221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843" name="Google Shape;843;p78"/>
          <p:cNvSpPr txBox="1"/>
          <p:nvPr>
            <p:ph idx="1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844" name="Google Shape;844;p78"/>
          <p:cNvSpPr txBox="1"/>
          <p:nvPr>
            <p:ph idx="16" type="title"/>
          </p:nvPr>
        </p:nvSpPr>
        <p:spPr>
          <a:xfrm>
            <a:off x="93381" y="502775"/>
            <a:ext cx="7178100" cy="7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45" name="Google Shape;845;p78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Project Roadmap">
  <p:cSld name="BLANK_1_1_1_1_1_1_1_1_1_1_3_1">
    <p:bg>
      <p:bgPr>
        <a:solidFill>
          <a:schemeClr val="lt1"/>
        </a:solidFill>
      </p:bgPr>
    </p:bg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79"/>
          <p:cNvSpPr txBox="1"/>
          <p:nvPr>
            <p:ph type="title"/>
          </p:nvPr>
        </p:nvSpPr>
        <p:spPr>
          <a:xfrm>
            <a:off x="134550" y="1339350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848" name="Google Shape;848;p79"/>
          <p:cNvSpPr txBox="1"/>
          <p:nvPr>
            <p:ph idx="2" type="title"/>
          </p:nvPr>
        </p:nvSpPr>
        <p:spPr>
          <a:xfrm>
            <a:off x="132615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849" name="Google Shape;849;p79"/>
          <p:cNvSpPr txBox="1"/>
          <p:nvPr>
            <p:ph idx="3" type="title"/>
          </p:nvPr>
        </p:nvSpPr>
        <p:spPr>
          <a:xfrm>
            <a:off x="3877025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850" name="Google Shape;850;p79"/>
          <p:cNvSpPr txBox="1"/>
          <p:nvPr>
            <p:ph idx="4" type="title"/>
          </p:nvPr>
        </p:nvSpPr>
        <p:spPr>
          <a:xfrm>
            <a:off x="629170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851" name="Google Shape;851;p79"/>
          <p:cNvSpPr txBox="1"/>
          <p:nvPr>
            <p:ph idx="5" type="title"/>
          </p:nvPr>
        </p:nvSpPr>
        <p:spPr>
          <a:xfrm>
            <a:off x="134550" y="254522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852" name="Google Shape;852;p79"/>
          <p:cNvSpPr txBox="1"/>
          <p:nvPr>
            <p:ph idx="6" type="title"/>
          </p:nvPr>
        </p:nvSpPr>
        <p:spPr>
          <a:xfrm>
            <a:off x="134550" y="370397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853" name="Google Shape;853;p79"/>
          <p:cNvSpPr txBox="1"/>
          <p:nvPr>
            <p:ph idx="7" type="title"/>
          </p:nvPr>
        </p:nvSpPr>
        <p:spPr>
          <a:xfrm>
            <a:off x="3877025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854" name="Google Shape;854;p79"/>
          <p:cNvSpPr txBox="1"/>
          <p:nvPr>
            <p:ph idx="8" type="title"/>
          </p:nvPr>
        </p:nvSpPr>
        <p:spPr>
          <a:xfrm>
            <a:off x="3877025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855" name="Google Shape;855;p79"/>
          <p:cNvSpPr txBox="1"/>
          <p:nvPr>
            <p:ph idx="9" type="title"/>
          </p:nvPr>
        </p:nvSpPr>
        <p:spPr>
          <a:xfrm>
            <a:off x="3877025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856" name="Google Shape;856;p79"/>
          <p:cNvSpPr txBox="1"/>
          <p:nvPr>
            <p:ph idx="13" type="title"/>
          </p:nvPr>
        </p:nvSpPr>
        <p:spPr>
          <a:xfrm>
            <a:off x="6427900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857" name="Google Shape;857;p79"/>
          <p:cNvSpPr txBox="1"/>
          <p:nvPr>
            <p:ph idx="14" type="title"/>
          </p:nvPr>
        </p:nvSpPr>
        <p:spPr>
          <a:xfrm>
            <a:off x="6427900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858" name="Google Shape;858;p79"/>
          <p:cNvSpPr txBox="1"/>
          <p:nvPr>
            <p:ph idx="15" type="title"/>
          </p:nvPr>
        </p:nvSpPr>
        <p:spPr>
          <a:xfrm>
            <a:off x="6427900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859" name="Google Shape;859;p79"/>
          <p:cNvSpPr txBox="1"/>
          <p:nvPr>
            <p:ph idx="16" type="title"/>
          </p:nvPr>
        </p:nvSpPr>
        <p:spPr>
          <a:xfrm>
            <a:off x="1326150" y="1339350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860" name="Google Shape;860;p79"/>
          <p:cNvSpPr txBox="1"/>
          <p:nvPr>
            <p:ph idx="17" type="title"/>
          </p:nvPr>
        </p:nvSpPr>
        <p:spPr>
          <a:xfrm>
            <a:off x="1326150" y="2545213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861" name="Google Shape;861;p79"/>
          <p:cNvSpPr txBox="1"/>
          <p:nvPr>
            <p:ph idx="18" type="title"/>
          </p:nvPr>
        </p:nvSpPr>
        <p:spPr>
          <a:xfrm>
            <a:off x="1326150" y="3703969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862" name="Google Shape;862;p79"/>
          <p:cNvSpPr txBox="1"/>
          <p:nvPr>
            <p:ph idx="1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863" name="Google Shape;863;p79"/>
          <p:cNvSpPr txBox="1"/>
          <p:nvPr>
            <p:ph idx="20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864" name="Google Shape;864;p79"/>
          <p:cNvSpPr txBox="1"/>
          <p:nvPr>
            <p:ph idx="21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BLANK_1_1_1_1_1_1_1_1_1_1_2"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p80"/>
          <p:cNvSpPr/>
          <p:nvPr/>
        </p:nvSpPr>
        <p:spPr>
          <a:xfrm>
            <a:off x="8210550" y="-7150"/>
            <a:ext cx="945375" cy="1453000"/>
          </a:xfrm>
          <a:custGeom>
            <a:rect b="b" l="l" r="r" t="t"/>
            <a:pathLst>
              <a:path extrusionOk="0" h="58120" w="37815">
                <a:moveTo>
                  <a:pt x="0" y="35846"/>
                </a:moveTo>
                <a:lnTo>
                  <a:pt x="37815" y="58120"/>
                </a:lnTo>
                <a:lnTo>
                  <a:pt x="37589" y="0"/>
                </a:lnTo>
                <a:lnTo>
                  <a:pt x="2413" y="3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867" name="Google Shape;867;p80"/>
          <p:cNvSpPr/>
          <p:nvPr/>
        </p:nvSpPr>
        <p:spPr>
          <a:xfrm>
            <a:off x="4614025" y="-6850"/>
            <a:ext cx="3659250" cy="1404775"/>
          </a:xfrm>
          <a:custGeom>
            <a:rect b="b" l="l" r="r" t="t"/>
            <a:pathLst>
              <a:path extrusionOk="0" h="56191" w="146370">
                <a:moveTo>
                  <a:pt x="5482" y="0"/>
                </a:moveTo>
                <a:lnTo>
                  <a:pt x="0" y="56191"/>
                </a:lnTo>
                <a:lnTo>
                  <a:pt x="144451" y="35907"/>
                </a:lnTo>
                <a:lnTo>
                  <a:pt x="146370" y="274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</p:sp>
      <p:sp>
        <p:nvSpPr>
          <p:cNvPr id="868" name="Google Shape;868;p80"/>
          <p:cNvSpPr txBox="1"/>
          <p:nvPr>
            <p:ph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869" name="Google Shape;869;p80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870" name="Google Shape;870;p80"/>
          <p:cNvSpPr txBox="1"/>
          <p:nvPr>
            <p:ph idx="3" type="title"/>
          </p:nvPr>
        </p:nvSpPr>
        <p:spPr>
          <a:xfrm>
            <a:off x="21179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871" name="Google Shape;871;p80"/>
          <p:cNvSpPr txBox="1"/>
          <p:nvPr>
            <p:ph idx="4" type="title"/>
          </p:nvPr>
        </p:nvSpPr>
        <p:spPr>
          <a:xfrm>
            <a:off x="398730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872" name="Google Shape;872;p80"/>
          <p:cNvSpPr txBox="1"/>
          <p:nvPr>
            <p:ph idx="5" type="title"/>
          </p:nvPr>
        </p:nvSpPr>
        <p:spPr>
          <a:xfrm>
            <a:off x="3890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873" name="Google Shape;873;p80"/>
          <p:cNvSpPr txBox="1"/>
          <p:nvPr>
            <p:ph idx="6" type="title"/>
          </p:nvPr>
        </p:nvSpPr>
        <p:spPr>
          <a:xfrm>
            <a:off x="5858938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874" name="Google Shape;874;p80"/>
          <p:cNvSpPr txBox="1"/>
          <p:nvPr>
            <p:ph idx="7" type="title"/>
          </p:nvPr>
        </p:nvSpPr>
        <p:spPr>
          <a:xfrm>
            <a:off x="7730563" y="1797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875" name="Google Shape;875;p80"/>
          <p:cNvSpPr txBox="1"/>
          <p:nvPr>
            <p:ph idx="1" type="body"/>
          </p:nvPr>
        </p:nvSpPr>
        <p:spPr>
          <a:xfrm>
            <a:off x="148300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876" name="Google Shape;876;p80"/>
          <p:cNvSpPr txBox="1"/>
          <p:nvPr>
            <p:ph idx="8" type="body"/>
          </p:nvPr>
        </p:nvSpPr>
        <p:spPr>
          <a:xfrm>
            <a:off x="3601450" y="2960850"/>
            <a:ext cx="15795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877" name="Google Shape;877;p80"/>
          <p:cNvSpPr txBox="1"/>
          <p:nvPr>
            <p:ph idx="9" type="body"/>
          </p:nvPr>
        </p:nvSpPr>
        <p:spPr>
          <a:xfrm>
            <a:off x="5565675" y="2960850"/>
            <a:ext cx="14877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878" name="Google Shape;878;p80"/>
          <p:cNvSpPr txBox="1"/>
          <p:nvPr>
            <p:ph idx="13" type="body"/>
          </p:nvPr>
        </p:nvSpPr>
        <p:spPr>
          <a:xfrm>
            <a:off x="7346300" y="3194850"/>
            <a:ext cx="1649400" cy="14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879" name="Google Shape;879;p80"/>
          <p:cNvSpPr txBox="1"/>
          <p:nvPr>
            <p:ph idx="14" type="body"/>
          </p:nvPr>
        </p:nvSpPr>
        <p:spPr>
          <a:xfrm>
            <a:off x="1842125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880" name="Google Shape;880;p80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_1_1_1_1_1_1_2_1"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2" name="Google Shape;882;p81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883" name="Google Shape;883;p81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884" name="Google Shape;884;p81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885" name="Google Shape;885;p81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886" name="Google Shape;886;p81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887" name="Google Shape;887;p81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888" name="Google Shape;888;p81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889" name="Google Shape;889;p81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890" name="Google Shape;890;p81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891" name="Google Shape;891;p8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892" name="Google Shape;892;p8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893" name="Google Shape;893;p81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894" name="Google Shape;894;p81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895" name="Google Shape;895;p8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896" name="Google Shape;896;p8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897" name="Google Shape;897;p8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898" name="Google Shape;898;p81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899" name="Google Shape;899;p81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900" name="Google Shape;900;p81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01" name="Google Shape;901;p81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02" name="Google Shape;902;p81"/>
          <p:cNvSpPr txBox="1"/>
          <p:nvPr>
            <p:ph idx="2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903" name="Google Shape;903;p81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904" name="Google Shape;904;p81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sp>
        <p:nvSpPr>
          <p:cNvPr id="905" name="Google Shape;905;p81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s">
  <p:cSld name="BLANK_1_1_1_1_1_1_1_1_1_1_2_1_1"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7" name="Google Shape;907;p82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908" name="Google Shape;908;p82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909" name="Google Shape;909;p82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910" name="Google Shape;910;p82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911" name="Google Shape;911;p82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912" name="Google Shape;912;p82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913" name="Google Shape;913;p82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914" name="Google Shape;914;p82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915" name="Google Shape;915;p82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916" name="Google Shape;916;p8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917" name="Google Shape;917;p8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918" name="Google Shape;918;p82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919" name="Google Shape;919;p82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920" name="Google Shape;920;p82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921" name="Google Shape;921;p8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922" name="Google Shape;922;p8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923" name="Google Shape;923;p82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924" name="Google Shape;924;p82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25" name="Google Shape;925;p82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26" name="Google Shape;926;p82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927" name="Google Shape;927;p82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1000">
                <a:schemeClr val="accent1"/>
              </a:gs>
              <a:gs pos="26000">
                <a:schemeClr val="accent3"/>
              </a:gs>
              <a:gs pos="63000">
                <a:schemeClr val="accent4"/>
              </a:gs>
              <a:gs pos="100000">
                <a:schemeClr val="accent4"/>
              </a:gs>
            </a:gsLst>
            <a:lin ang="8100019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cxnSp>
        <p:nvCxnSpPr>
          <p:cNvPr id="928" name="Google Shape;928;p82"/>
          <p:cNvCxnSpPr/>
          <p:nvPr/>
        </p:nvCxnSpPr>
        <p:spPr>
          <a:xfrm rot="10800000">
            <a:off x="605578" y="17941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9" name="Google Shape;929;p82"/>
          <p:cNvCxnSpPr/>
          <p:nvPr/>
        </p:nvCxnSpPr>
        <p:spPr>
          <a:xfrm rot="10800000">
            <a:off x="605578" y="27319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0" name="Google Shape;930;p82"/>
          <p:cNvCxnSpPr/>
          <p:nvPr/>
        </p:nvCxnSpPr>
        <p:spPr>
          <a:xfrm rot="10800000">
            <a:off x="606300" y="36697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1" name="Google Shape;931;p82"/>
          <p:cNvSpPr txBox="1"/>
          <p:nvPr>
            <p:ph idx="1" type="body"/>
          </p:nvPr>
        </p:nvSpPr>
        <p:spPr>
          <a:xfrm>
            <a:off x="5788075" y="1906850"/>
            <a:ext cx="3021300" cy="82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932" name="Google Shape;932;p82"/>
          <p:cNvSpPr txBox="1"/>
          <p:nvPr>
            <p:ph type="title"/>
          </p:nvPr>
        </p:nvSpPr>
        <p:spPr>
          <a:xfrm>
            <a:off x="2134625" y="2853988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933" name="Google Shape;933;p82"/>
          <p:cNvSpPr txBox="1"/>
          <p:nvPr>
            <p:ph idx="2" type="body"/>
          </p:nvPr>
        </p:nvSpPr>
        <p:spPr>
          <a:xfrm>
            <a:off x="5788075" y="2855650"/>
            <a:ext cx="3021300" cy="814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934" name="Google Shape;934;p82"/>
          <p:cNvSpPr txBox="1"/>
          <p:nvPr>
            <p:ph idx="3" type="title"/>
          </p:nvPr>
        </p:nvSpPr>
        <p:spPr>
          <a:xfrm>
            <a:off x="525175" y="2853988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935" name="Google Shape;935;p82"/>
          <p:cNvSpPr txBox="1"/>
          <p:nvPr>
            <p:ph idx="4" type="title"/>
          </p:nvPr>
        </p:nvSpPr>
        <p:spPr>
          <a:xfrm>
            <a:off x="2134625" y="379347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936" name="Google Shape;936;p82"/>
          <p:cNvSpPr txBox="1"/>
          <p:nvPr>
            <p:ph idx="5" type="body"/>
          </p:nvPr>
        </p:nvSpPr>
        <p:spPr>
          <a:xfrm>
            <a:off x="5788075" y="3793450"/>
            <a:ext cx="3021300" cy="83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937" name="Google Shape;937;p82"/>
          <p:cNvSpPr txBox="1"/>
          <p:nvPr>
            <p:ph idx="6" type="title"/>
          </p:nvPr>
        </p:nvSpPr>
        <p:spPr>
          <a:xfrm>
            <a:off x="525175" y="379347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938" name="Google Shape;938;p82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939" name="Google Shape;939;p82"/>
          <p:cNvSpPr txBox="1"/>
          <p:nvPr>
            <p:ph idx="8" type="title"/>
          </p:nvPr>
        </p:nvSpPr>
        <p:spPr>
          <a:xfrm>
            <a:off x="2134625" y="191452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940" name="Google Shape;940;p82"/>
          <p:cNvSpPr txBox="1"/>
          <p:nvPr>
            <p:ph idx="9" type="title"/>
          </p:nvPr>
        </p:nvSpPr>
        <p:spPr>
          <a:xfrm>
            <a:off x="525175" y="191452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941" name="Google Shape;941;p82"/>
          <p:cNvSpPr txBox="1"/>
          <p:nvPr>
            <p:ph idx="13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942" name="Google Shape;942;p82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4" name="Google Shape;944;p83"/>
          <p:cNvGrpSpPr/>
          <p:nvPr/>
        </p:nvGrpSpPr>
        <p:grpSpPr>
          <a:xfrm>
            <a:off x="115026" y="364"/>
            <a:ext cx="5125634" cy="5143564"/>
            <a:chOff x="312900" y="2788524"/>
            <a:chExt cx="2221197" cy="1994480"/>
          </a:xfrm>
        </p:grpSpPr>
        <p:grpSp>
          <p:nvGrpSpPr>
            <p:cNvPr id="945" name="Google Shape;945;p83"/>
            <p:cNvGrpSpPr/>
            <p:nvPr/>
          </p:nvGrpSpPr>
          <p:grpSpPr>
            <a:xfrm>
              <a:off x="312900" y="2788524"/>
              <a:ext cx="1851000" cy="1994480"/>
              <a:chOff x="461225" y="3244074"/>
              <a:chExt cx="1851000" cy="1994480"/>
            </a:xfrm>
          </p:grpSpPr>
          <p:grpSp>
            <p:nvGrpSpPr>
              <p:cNvPr id="946" name="Google Shape;946;p83"/>
              <p:cNvGrpSpPr/>
              <p:nvPr/>
            </p:nvGrpSpPr>
            <p:grpSpPr>
              <a:xfrm>
                <a:off x="461229" y="3244074"/>
                <a:ext cx="1850992" cy="1994480"/>
                <a:chOff x="461229" y="3244074"/>
                <a:chExt cx="1850992" cy="1994480"/>
              </a:xfrm>
            </p:grpSpPr>
            <p:sp>
              <p:nvSpPr>
                <p:cNvPr id="947" name="Google Shape;947;p83"/>
                <p:cNvSpPr/>
                <p:nvPr/>
              </p:nvSpPr>
              <p:spPr>
                <a:xfrm>
                  <a:off x="461229" y="3244074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48" name="Google Shape;948;p83"/>
                <p:cNvSpPr/>
                <p:nvPr/>
              </p:nvSpPr>
              <p:spPr>
                <a:xfrm>
                  <a:off x="831430" y="5100554"/>
                  <a:ext cx="370200" cy="1380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49" name="Google Shape;949;p83"/>
                <p:cNvSpPr/>
                <p:nvPr/>
              </p:nvSpPr>
              <p:spPr>
                <a:xfrm>
                  <a:off x="12016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50" name="Google Shape;950;p83"/>
                <p:cNvSpPr/>
                <p:nvPr/>
              </p:nvSpPr>
              <p:spPr>
                <a:xfrm>
                  <a:off x="15718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51" name="Google Shape;951;p83"/>
                <p:cNvSpPr/>
                <p:nvPr/>
              </p:nvSpPr>
              <p:spPr>
                <a:xfrm>
                  <a:off x="1942021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952" name="Google Shape;952;p8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953" name="Google Shape;953;p8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54" name="Google Shape;954;p8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55" name="Google Shape;955;p8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56" name="Google Shape;956;p8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57" name="Google Shape;957;p8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958" name="Google Shape;958;p83"/>
              <p:cNvGrpSpPr/>
              <p:nvPr/>
            </p:nvGrpSpPr>
            <p:grpSpPr>
              <a:xfrm>
                <a:off x="461225" y="3989700"/>
                <a:ext cx="1851000" cy="1110726"/>
                <a:chOff x="461225" y="3249175"/>
                <a:chExt cx="1851000" cy="1110726"/>
              </a:xfrm>
            </p:grpSpPr>
            <p:sp>
              <p:nvSpPr>
                <p:cNvPr id="959" name="Google Shape;959;p83"/>
                <p:cNvSpPr/>
                <p:nvPr/>
              </p:nvSpPr>
              <p:spPr>
                <a:xfrm>
                  <a:off x="461225" y="3989701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60" name="Google Shape;960;p8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61" name="Google Shape;961;p8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62" name="Google Shape;962;p8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63" name="Google Shape;963;p8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964" name="Google Shape;964;p8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965" name="Google Shape;965;p8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66" name="Google Shape;966;p8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67" name="Google Shape;967;p8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68" name="Google Shape;968;p8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969" name="Google Shape;969;p83"/>
            <p:cNvSpPr/>
            <p:nvPr/>
          </p:nvSpPr>
          <p:spPr>
            <a:xfrm>
              <a:off x="2163897" y="2788524"/>
              <a:ext cx="370200" cy="3753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970" name="Google Shape;970;p83"/>
          <p:cNvGrpSpPr/>
          <p:nvPr/>
        </p:nvGrpSpPr>
        <p:grpSpPr>
          <a:xfrm flipH="1" rot="5400000">
            <a:off x="7145338" y="3274875"/>
            <a:ext cx="2221200" cy="1481050"/>
            <a:chOff x="312900" y="2793625"/>
            <a:chExt cx="2221200" cy="1481050"/>
          </a:xfrm>
        </p:grpSpPr>
        <p:grpSp>
          <p:nvGrpSpPr>
            <p:cNvPr id="971" name="Google Shape;971;p83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972" name="Google Shape;972;p83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973" name="Google Shape;973;p8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74" name="Google Shape;974;p8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75" name="Google Shape;975;p8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76" name="Google Shape;976;p8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77" name="Google Shape;977;p8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978" name="Google Shape;978;p8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979" name="Google Shape;979;p8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80" name="Google Shape;980;p8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81" name="Google Shape;981;p8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82" name="Google Shape;982;p8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83" name="Google Shape;983;p8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984" name="Google Shape;984;p83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985" name="Google Shape;985;p8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86" name="Google Shape;986;p8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87" name="Google Shape;987;p8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88" name="Google Shape;988;p8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89" name="Google Shape;989;p8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990" name="Google Shape;990;p8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991" name="Google Shape;991;p8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92" name="Google Shape;992;p8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93" name="Google Shape;993;p8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94" name="Google Shape;994;p8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95" name="Google Shape;995;p8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996" name="Google Shape;996;p83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997" name="Google Shape;997;p83"/>
          <p:cNvSpPr/>
          <p:nvPr/>
        </p:nvSpPr>
        <p:spPr>
          <a:xfrm>
            <a:off x="6255775" y="3774250"/>
            <a:ext cx="2888225" cy="1369250"/>
          </a:xfrm>
          <a:custGeom>
            <a:rect b="b" l="l" r="r" t="t"/>
            <a:pathLst>
              <a:path extrusionOk="0" h="54770" w="115529">
                <a:moveTo>
                  <a:pt x="115529" y="1"/>
                </a:moveTo>
                <a:lnTo>
                  <a:pt x="112924" y="187"/>
                </a:lnTo>
                <a:lnTo>
                  <a:pt x="110245" y="447"/>
                </a:lnTo>
                <a:lnTo>
                  <a:pt x="107566" y="745"/>
                </a:lnTo>
                <a:lnTo>
                  <a:pt x="104850" y="1080"/>
                </a:lnTo>
                <a:lnTo>
                  <a:pt x="102097" y="1489"/>
                </a:lnTo>
                <a:lnTo>
                  <a:pt x="99344" y="1936"/>
                </a:lnTo>
                <a:lnTo>
                  <a:pt x="96516" y="2419"/>
                </a:lnTo>
                <a:lnTo>
                  <a:pt x="93725" y="2940"/>
                </a:lnTo>
                <a:lnTo>
                  <a:pt x="90860" y="3536"/>
                </a:lnTo>
                <a:lnTo>
                  <a:pt x="88033" y="4131"/>
                </a:lnTo>
                <a:lnTo>
                  <a:pt x="85168" y="4801"/>
                </a:lnTo>
                <a:lnTo>
                  <a:pt x="82266" y="5508"/>
                </a:lnTo>
                <a:lnTo>
                  <a:pt x="79401" y="6252"/>
                </a:lnTo>
                <a:lnTo>
                  <a:pt x="76498" y="7070"/>
                </a:lnTo>
                <a:lnTo>
                  <a:pt x="73596" y="7889"/>
                </a:lnTo>
                <a:lnTo>
                  <a:pt x="70694" y="8782"/>
                </a:lnTo>
                <a:lnTo>
                  <a:pt x="67308" y="9861"/>
                </a:lnTo>
                <a:lnTo>
                  <a:pt x="63960" y="10977"/>
                </a:lnTo>
                <a:lnTo>
                  <a:pt x="60685" y="12130"/>
                </a:lnTo>
                <a:lnTo>
                  <a:pt x="57411" y="13321"/>
                </a:lnTo>
                <a:lnTo>
                  <a:pt x="54211" y="14586"/>
                </a:lnTo>
                <a:lnTo>
                  <a:pt x="51086" y="15851"/>
                </a:lnTo>
                <a:lnTo>
                  <a:pt x="47961" y="17153"/>
                </a:lnTo>
                <a:lnTo>
                  <a:pt x="44947" y="18530"/>
                </a:lnTo>
                <a:lnTo>
                  <a:pt x="41970" y="19907"/>
                </a:lnTo>
                <a:lnTo>
                  <a:pt x="39068" y="21321"/>
                </a:lnTo>
                <a:lnTo>
                  <a:pt x="36203" y="22772"/>
                </a:lnTo>
                <a:lnTo>
                  <a:pt x="33450" y="24223"/>
                </a:lnTo>
                <a:lnTo>
                  <a:pt x="30734" y="25748"/>
                </a:lnTo>
                <a:lnTo>
                  <a:pt x="28129" y="27274"/>
                </a:lnTo>
                <a:lnTo>
                  <a:pt x="25562" y="28836"/>
                </a:lnTo>
                <a:lnTo>
                  <a:pt x="23106" y="30436"/>
                </a:lnTo>
                <a:lnTo>
                  <a:pt x="20799" y="31962"/>
                </a:lnTo>
                <a:lnTo>
                  <a:pt x="18604" y="33524"/>
                </a:lnTo>
                <a:lnTo>
                  <a:pt x="16521" y="35087"/>
                </a:lnTo>
                <a:lnTo>
                  <a:pt x="14549" y="36650"/>
                </a:lnTo>
                <a:lnTo>
                  <a:pt x="12651" y="38213"/>
                </a:lnTo>
                <a:lnTo>
                  <a:pt x="10902" y="39775"/>
                </a:lnTo>
                <a:lnTo>
                  <a:pt x="9265" y="41338"/>
                </a:lnTo>
                <a:lnTo>
                  <a:pt x="7740" y="42863"/>
                </a:lnTo>
                <a:lnTo>
                  <a:pt x="6326" y="44426"/>
                </a:lnTo>
                <a:lnTo>
                  <a:pt x="5061" y="45952"/>
                </a:lnTo>
                <a:lnTo>
                  <a:pt x="4466" y="46696"/>
                </a:lnTo>
                <a:lnTo>
                  <a:pt x="3870" y="47477"/>
                </a:lnTo>
                <a:lnTo>
                  <a:pt x="3349" y="48221"/>
                </a:lnTo>
                <a:lnTo>
                  <a:pt x="2828" y="48965"/>
                </a:lnTo>
                <a:lnTo>
                  <a:pt x="2382" y="49709"/>
                </a:lnTo>
                <a:lnTo>
                  <a:pt x="1936" y="50454"/>
                </a:lnTo>
                <a:lnTo>
                  <a:pt x="1526" y="51198"/>
                </a:lnTo>
                <a:lnTo>
                  <a:pt x="1154" y="51905"/>
                </a:lnTo>
                <a:lnTo>
                  <a:pt x="819" y="52649"/>
                </a:lnTo>
                <a:lnTo>
                  <a:pt x="522" y="53356"/>
                </a:lnTo>
                <a:lnTo>
                  <a:pt x="224" y="54063"/>
                </a:lnTo>
                <a:lnTo>
                  <a:pt x="1" y="54770"/>
                </a:lnTo>
                <a:lnTo>
                  <a:pt x="115529" y="54770"/>
                </a:lnTo>
                <a:lnTo>
                  <a:pt x="11552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98" name="Google Shape;998;p83"/>
          <p:cNvSpPr/>
          <p:nvPr/>
        </p:nvSpPr>
        <p:spPr>
          <a:xfrm rot="5400000">
            <a:off x="6256650" y="3649999"/>
            <a:ext cx="1392300" cy="3359400"/>
          </a:xfrm>
          <a:prstGeom prst="chord">
            <a:avLst>
              <a:gd fmla="val 5820070" name="adj1"/>
              <a:gd fmla="val 15784537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99" name="Google Shape;999;p83"/>
          <p:cNvSpPr txBox="1"/>
          <p:nvPr>
            <p:ph idx="1" type="subTitle"/>
          </p:nvPr>
        </p:nvSpPr>
        <p:spPr>
          <a:xfrm>
            <a:off x="4482800" y="3963975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000" name="Google Shape;1000;p83"/>
          <p:cNvSpPr txBox="1"/>
          <p:nvPr>
            <p:ph idx="2" type="subTitle"/>
          </p:nvPr>
        </p:nvSpPr>
        <p:spPr>
          <a:xfrm>
            <a:off x="4482800" y="3731112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001" name="Google Shape;1001;p83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002" name="Google Shape;1002;p83"/>
          <p:cNvSpPr txBox="1"/>
          <p:nvPr>
            <p:ph idx="3" type="title"/>
          </p:nvPr>
        </p:nvSpPr>
        <p:spPr>
          <a:xfrm>
            <a:off x="115025" y="4710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003" name="Google Shape;1003;p83"/>
          <p:cNvSpPr txBox="1"/>
          <p:nvPr>
            <p:ph idx="4" type="subTitle"/>
          </p:nvPr>
        </p:nvSpPr>
        <p:spPr>
          <a:xfrm>
            <a:off x="4482800" y="3428650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004" name="Google Shape;1004;p83"/>
          <p:cNvSpPr txBox="1"/>
          <p:nvPr>
            <p:ph idx="5" type="subTitle"/>
          </p:nvPr>
        </p:nvSpPr>
        <p:spPr>
          <a:xfrm>
            <a:off x="4482800" y="3195787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005" name="Google Shape;1005;p83"/>
          <p:cNvSpPr txBox="1"/>
          <p:nvPr>
            <p:ph idx="6" type="subTitle"/>
          </p:nvPr>
        </p:nvSpPr>
        <p:spPr>
          <a:xfrm>
            <a:off x="4482800" y="2894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006" name="Google Shape;1006;p83"/>
          <p:cNvSpPr txBox="1"/>
          <p:nvPr>
            <p:ph idx="7" type="subTitle"/>
          </p:nvPr>
        </p:nvSpPr>
        <p:spPr>
          <a:xfrm>
            <a:off x="4482800" y="2662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007" name="Google Shape;1007;p83"/>
          <p:cNvSpPr txBox="1"/>
          <p:nvPr>
            <p:ph idx="8" type="subTitle"/>
          </p:nvPr>
        </p:nvSpPr>
        <p:spPr>
          <a:xfrm>
            <a:off x="4482800" y="2361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008" name="Google Shape;1008;p83"/>
          <p:cNvSpPr txBox="1"/>
          <p:nvPr>
            <p:ph idx="9" type="subTitle"/>
          </p:nvPr>
        </p:nvSpPr>
        <p:spPr>
          <a:xfrm>
            <a:off x="4482800" y="2129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009" name="Google Shape;1009;p83"/>
          <p:cNvSpPr txBox="1"/>
          <p:nvPr>
            <p:ph idx="13" type="subTitle"/>
          </p:nvPr>
        </p:nvSpPr>
        <p:spPr>
          <a:xfrm>
            <a:off x="4482800" y="1829238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010" name="Google Shape;1010;p83"/>
          <p:cNvSpPr txBox="1"/>
          <p:nvPr>
            <p:ph idx="14" type="subTitle"/>
          </p:nvPr>
        </p:nvSpPr>
        <p:spPr>
          <a:xfrm>
            <a:off x="4482800" y="1596375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011" name="Google Shape;1011;p83"/>
          <p:cNvSpPr txBox="1"/>
          <p:nvPr>
            <p:ph idx="15" type="subTitle"/>
          </p:nvPr>
        </p:nvSpPr>
        <p:spPr>
          <a:xfrm>
            <a:off x="4482800" y="129661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012" name="Google Shape;1012;p83"/>
          <p:cNvSpPr txBox="1"/>
          <p:nvPr>
            <p:ph idx="16" type="subTitle"/>
          </p:nvPr>
        </p:nvSpPr>
        <p:spPr>
          <a:xfrm>
            <a:off x="4482800" y="106375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013" name="Google Shape;1013;p83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Persona Infographic">
  <p:cSld name="BLANK_1_1_1_1_1_1_1_1_1_1_1_1_3">
    <p:bg>
      <p:bgPr>
        <a:solidFill>
          <a:schemeClr val="lt1"/>
        </a:solidFill>
      </p:bgPr>
    </p:bg>
    <p:spTree>
      <p:nvGrpSpPr>
        <p:cNvPr id="1014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p84"/>
          <p:cNvSpPr/>
          <p:nvPr/>
        </p:nvSpPr>
        <p:spPr>
          <a:xfrm>
            <a:off x="6702700" y="2532550"/>
            <a:ext cx="2441400" cy="2610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16" name="Google Shape;1016;p84"/>
          <p:cNvSpPr/>
          <p:nvPr>
            <p:ph idx="2" type="pic"/>
          </p:nvPr>
        </p:nvSpPr>
        <p:spPr>
          <a:xfrm>
            <a:off x="6702600" y="-16150"/>
            <a:ext cx="2441400" cy="2574600"/>
          </a:xfrm>
          <a:prstGeom prst="rect">
            <a:avLst/>
          </a:prstGeom>
          <a:noFill/>
          <a:ln>
            <a:noFill/>
          </a:ln>
        </p:spPr>
      </p:sp>
      <p:sp>
        <p:nvSpPr>
          <p:cNvPr id="1017" name="Google Shape;1017;p84"/>
          <p:cNvSpPr txBox="1"/>
          <p:nvPr>
            <p:ph idx="1" type="subTitle"/>
          </p:nvPr>
        </p:nvSpPr>
        <p:spPr>
          <a:xfrm>
            <a:off x="115025" y="1739375"/>
            <a:ext cx="3460800" cy="1776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18" name="Google Shape;1018;p84"/>
          <p:cNvSpPr txBox="1"/>
          <p:nvPr>
            <p:ph idx="3" type="subTitle"/>
          </p:nvPr>
        </p:nvSpPr>
        <p:spPr>
          <a:xfrm>
            <a:off x="115025" y="3869063"/>
            <a:ext cx="3460800" cy="8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19" name="Google Shape;1019;p84"/>
          <p:cNvSpPr txBox="1"/>
          <p:nvPr>
            <p:ph type="title"/>
          </p:nvPr>
        </p:nvSpPr>
        <p:spPr>
          <a:xfrm>
            <a:off x="3656050" y="1739375"/>
            <a:ext cx="2960700" cy="23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20" name="Google Shape;1020;p84"/>
          <p:cNvSpPr txBox="1"/>
          <p:nvPr>
            <p:ph idx="4" type="title"/>
          </p:nvPr>
        </p:nvSpPr>
        <p:spPr>
          <a:xfrm>
            <a:off x="3656050" y="2786778"/>
            <a:ext cx="29607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21" name="Google Shape;1021;p84"/>
          <p:cNvSpPr txBox="1"/>
          <p:nvPr>
            <p:ph idx="5" type="title"/>
          </p:nvPr>
        </p:nvSpPr>
        <p:spPr>
          <a:xfrm>
            <a:off x="3624425" y="4231975"/>
            <a:ext cx="9006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22" name="Google Shape;1022;p84"/>
          <p:cNvSpPr txBox="1"/>
          <p:nvPr>
            <p:ph idx="6" type="title"/>
          </p:nvPr>
        </p:nvSpPr>
        <p:spPr>
          <a:xfrm>
            <a:off x="115025" y="1079975"/>
            <a:ext cx="6055500" cy="4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023" name="Google Shape;1023;p84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024" name="Google Shape;1024;p84"/>
          <p:cNvSpPr txBox="1"/>
          <p:nvPr>
            <p:ph idx="8" type="title"/>
          </p:nvPr>
        </p:nvSpPr>
        <p:spPr>
          <a:xfrm>
            <a:off x="115025" y="473240"/>
            <a:ext cx="6055500" cy="5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25" name="Google Shape;1025;p84"/>
          <p:cNvSpPr txBox="1"/>
          <p:nvPr>
            <p:ph idx="9" type="title"/>
          </p:nvPr>
        </p:nvSpPr>
        <p:spPr>
          <a:xfrm>
            <a:off x="115025" y="3631463"/>
            <a:ext cx="3460800" cy="237600"/>
          </a:xfrm>
          <a:prstGeom prst="rect">
            <a:avLst/>
          </a:prstGeom>
        </p:spPr>
        <p:txBody>
          <a:bodyPr anchorCtr="0" anchor="t" bIns="0" lIns="9142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26" name="Google Shape;1026;p84"/>
          <p:cNvSpPr txBox="1"/>
          <p:nvPr>
            <p:ph idx="13" type="subTitle"/>
          </p:nvPr>
        </p:nvSpPr>
        <p:spPr>
          <a:xfrm>
            <a:off x="6751650" y="259910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027" name="Google Shape;1027;p84"/>
          <p:cNvSpPr txBox="1"/>
          <p:nvPr>
            <p:ph idx="14" type="subTitle"/>
          </p:nvPr>
        </p:nvSpPr>
        <p:spPr>
          <a:xfrm>
            <a:off x="6751650" y="291237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028" name="Google Shape;1028;p84"/>
          <p:cNvSpPr txBox="1"/>
          <p:nvPr>
            <p:ph idx="15" type="subTitle"/>
          </p:nvPr>
        </p:nvSpPr>
        <p:spPr>
          <a:xfrm>
            <a:off x="6751650" y="3225655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029" name="Google Shape;1029;p84"/>
          <p:cNvSpPr txBox="1"/>
          <p:nvPr>
            <p:ph idx="16" type="subTitle"/>
          </p:nvPr>
        </p:nvSpPr>
        <p:spPr>
          <a:xfrm>
            <a:off x="6751650" y="3538932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030" name="Google Shape;1030;p84"/>
          <p:cNvSpPr txBox="1"/>
          <p:nvPr>
            <p:ph idx="17" type="subTitle"/>
          </p:nvPr>
        </p:nvSpPr>
        <p:spPr>
          <a:xfrm>
            <a:off x="6751650" y="385221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031" name="Google Shape;1031;p84"/>
          <p:cNvSpPr txBox="1"/>
          <p:nvPr>
            <p:ph idx="18" type="subTitle"/>
          </p:nvPr>
        </p:nvSpPr>
        <p:spPr>
          <a:xfrm>
            <a:off x="6751650" y="416548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032" name="Google Shape;1032;p84"/>
          <p:cNvSpPr txBox="1"/>
          <p:nvPr>
            <p:ph idx="19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2">
  <p:cSld name="BLANK_1_1_1_1_1_1_1_1_1_1_1_1_2">
    <p:spTree>
      <p:nvGrpSpPr>
        <p:cNvPr id="1033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p85"/>
          <p:cNvSpPr/>
          <p:nvPr/>
        </p:nvSpPr>
        <p:spPr>
          <a:xfrm flipH="1" rot="-8100000">
            <a:off x="4692650" y="965198"/>
            <a:ext cx="4843399" cy="248024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35" name="Google Shape;1035;p85"/>
          <p:cNvSpPr/>
          <p:nvPr/>
        </p:nvSpPr>
        <p:spPr>
          <a:xfrm flipH="1" rot="10800000">
            <a:off x="4676692" y="3337812"/>
            <a:ext cx="4467295" cy="1685226"/>
          </a:xfrm>
          <a:custGeom>
            <a:rect b="b" l="l" r="r" t="t"/>
            <a:pathLst>
              <a:path extrusionOk="0" h="51371" w="119855">
                <a:moveTo>
                  <a:pt x="32006" y="0"/>
                </a:moveTo>
                <a:lnTo>
                  <a:pt x="30303" y="29"/>
                </a:lnTo>
                <a:lnTo>
                  <a:pt x="28658" y="116"/>
                </a:lnTo>
                <a:lnTo>
                  <a:pt x="27042" y="202"/>
                </a:lnTo>
                <a:lnTo>
                  <a:pt x="25455" y="289"/>
                </a:lnTo>
                <a:lnTo>
                  <a:pt x="23896" y="433"/>
                </a:lnTo>
                <a:lnTo>
                  <a:pt x="22367" y="606"/>
                </a:lnTo>
                <a:lnTo>
                  <a:pt x="20895" y="779"/>
                </a:lnTo>
                <a:lnTo>
                  <a:pt x="19452" y="1010"/>
                </a:lnTo>
                <a:lnTo>
                  <a:pt x="18067" y="1241"/>
                </a:lnTo>
                <a:lnTo>
                  <a:pt x="16710" y="1501"/>
                </a:lnTo>
                <a:lnTo>
                  <a:pt x="15383" y="1761"/>
                </a:lnTo>
                <a:lnTo>
                  <a:pt x="14142" y="2078"/>
                </a:lnTo>
                <a:lnTo>
                  <a:pt x="12930" y="2396"/>
                </a:lnTo>
                <a:lnTo>
                  <a:pt x="11746" y="2771"/>
                </a:lnTo>
                <a:lnTo>
                  <a:pt x="10621" y="3117"/>
                </a:lnTo>
                <a:lnTo>
                  <a:pt x="9524" y="3550"/>
                </a:lnTo>
                <a:lnTo>
                  <a:pt x="8485" y="3983"/>
                </a:lnTo>
                <a:lnTo>
                  <a:pt x="7504" y="4416"/>
                </a:lnTo>
                <a:lnTo>
                  <a:pt x="6581" y="4906"/>
                </a:lnTo>
                <a:lnTo>
                  <a:pt x="5715" y="5397"/>
                </a:lnTo>
                <a:lnTo>
                  <a:pt x="4907" y="5916"/>
                </a:lnTo>
                <a:lnTo>
                  <a:pt x="4156" y="6465"/>
                </a:lnTo>
                <a:lnTo>
                  <a:pt x="3464" y="7013"/>
                </a:lnTo>
                <a:lnTo>
                  <a:pt x="2829" y="7590"/>
                </a:lnTo>
                <a:lnTo>
                  <a:pt x="2281" y="8196"/>
                </a:lnTo>
                <a:lnTo>
                  <a:pt x="1761" y="8802"/>
                </a:lnTo>
                <a:lnTo>
                  <a:pt x="1328" y="9437"/>
                </a:lnTo>
                <a:lnTo>
                  <a:pt x="953" y="10072"/>
                </a:lnTo>
                <a:lnTo>
                  <a:pt x="636" y="10765"/>
                </a:lnTo>
                <a:lnTo>
                  <a:pt x="376" y="11429"/>
                </a:lnTo>
                <a:lnTo>
                  <a:pt x="174" y="12121"/>
                </a:lnTo>
                <a:lnTo>
                  <a:pt x="87" y="12698"/>
                </a:lnTo>
                <a:lnTo>
                  <a:pt x="29" y="13276"/>
                </a:lnTo>
                <a:lnTo>
                  <a:pt x="1" y="13853"/>
                </a:lnTo>
                <a:lnTo>
                  <a:pt x="29" y="14430"/>
                </a:lnTo>
                <a:lnTo>
                  <a:pt x="87" y="15007"/>
                </a:lnTo>
                <a:lnTo>
                  <a:pt x="174" y="15613"/>
                </a:lnTo>
                <a:lnTo>
                  <a:pt x="318" y="16219"/>
                </a:lnTo>
                <a:lnTo>
                  <a:pt x="491" y="16796"/>
                </a:lnTo>
                <a:lnTo>
                  <a:pt x="722" y="17403"/>
                </a:lnTo>
                <a:lnTo>
                  <a:pt x="953" y="18009"/>
                </a:lnTo>
                <a:lnTo>
                  <a:pt x="1242" y="18615"/>
                </a:lnTo>
                <a:lnTo>
                  <a:pt x="1588" y="19221"/>
                </a:lnTo>
                <a:lnTo>
                  <a:pt x="1934" y="19856"/>
                </a:lnTo>
                <a:lnTo>
                  <a:pt x="2338" y="20462"/>
                </a:lnTo>
                <a:lnTo>
                  <a:pt x="2771" y="21068"/>
                </a:lnTo>
                <a:lnTo>
                  <a:pt x="3233" y="21703"/>
                </a:lnTo>
                <a:lnTo>
                  <a:pt x="3752" y="22309"/>
                </a:lnTo>
                <a:lnTo>
                  <a:pt x="4272" y="22944"/>
                </a:lnTo>
                <a:lnTo>
                  <a:pt x="4849" y="23550"/>
                </a:lnTo>
                <a:lnTo>
                  <a:pt x="5455" y="24185"/>
                </a:lnTo>
                <a:lnTo>
                  <a:pt x="6090" y="24791"/>
                </a:lnTo>
                <a:lnTo>
                  <a:pt x="6754" y="25426"/>
                </a:lnTo>
                <a:lnTo>
                  <a:pt x="7446" y="26032"/>
                </a:lnTo>
                <a:lnTo>
                  <a:pt x="8197" y="26638"/>
                </a:lnTo>
                <a:lnTo>
                  <a:pt x="8947" y="27273"/>
                </a:lnTo>
                <a:lnTo>
                  <a:pt x="9726" y="27879"/>
                </a:lnTo>
                <a:lnTo>
                  <a:pt x="10563" y="28485"/>
                </a:lnTo>
                <a:lnTo>
                  <a:pt x="11400" y="29120"/>
                </a:lnTo>
                <a:lnTo>
                  <a:pt x="12295" y="29726"/>
                </a:lnTo>
                <a:lnTo>
                  <a:pt x="13189" y="30332"/>
                </a:lnTo>
                <a:lnTo>
                  <a:pt x="14113" y="30938"/>
                </a:lnTo>
                <a:lnTo>
                  <a:pt x="15094" y="31544"/>
                </a:lnTo>
                <a:lnTo>
                  <a:pt x="17085" y="32727"/>
                </a:lnTo>
                <a:lnTo>
                  <a:pt x="19192" y="33910"/>
                </a:lnTo>
                <a:lnTo>
                  <a:pt x="21414" y="35065"/>
                </a:lnTo>
                <a:lnTo>
                  <a:pt x="23723" y="36219"/>
                </a:lnTo>
                <a:lnTo>
                  <a:pt x="26118" y="37316"/>
                </a:lnTo>
                <a:lnTo>
                  <a:pt x="28629" y="38412"/>
                </a:lnTo>
                <a:lnTo>
                  <a:pt x="31198" y="39480"/>
                </a:lnTo>
                <a:lnTo>
                  <a:pt x="33853" y="40519"/>
                </a:lnTo>
                <a:lnTo>
                  <a:pt x="36595" y="41529"/>
                </a:lnTo>
                <a:lnTo>
                  <a:pt x="39423" y="42510"/>
                </a:lnTo>
                <a:lnTo>
                  <a:pt x="42309" y="43434"/>
                </a:lnTo>
                <a:lnTo>
                  <a:pt x="45281" y="44329"/>
                </a:lnTo>
                <a:lnTo>
                  <a:pt x="48283" y="45194"/>
                </a:lnTo>
                <a:lnTo>
                  <a:pt x="51371" y="46002"/>
                </a:lnTo>
                <a:lnTo>
                  <a:pt x="54516" y="46782"/>
                </a:lnTo>
                <a:lnTo>
                  <a:pt x="57691" y="47503"/>
                </a:lnTo>
                <a:lnTo>
                  <a:pt x="59884" y="47965"/>
                </a:lnTo>
                <a:lnTo>
                  <a:pt x="62049" y="48398"/>
                </a:lnTo>
                <a:lnTo>
                  <a:pt x="64213" y="48802"/>
                </a:lnTo>
                <a:lnTo>
                  <a:pt x="66378" y="49177"/>
                </a:lnTo>
                <a:lnTo>
                  <a:pt x="68542" y="49523"/>
                </a:lnTo>
                <a:lnTo>
                  <a:pt x="70678" y="49841"/>
                </a:lnTo>
                <a:lnTo>
                  <a:pt x="72813" y="50129"/>
                </a:lnTo>
                <a:lnTo>
                  <a:pt x="74949" y="50389"/>
                </a:lnTo>
                <a:lnTo>
                  <a:pt x="77027" y="50620"/>
                </a:lnTo>
                <a:lnTo>
                  <a:pt x="79133" y="50822"/>
                </a:lnTo>
                <a:lnTo>
                  <a:pt x="81183" y="50995"/>
                </a:lnTo>
                <a:lnTo>
                  <a:pt x="83232" y="51111"/>
                </a:lnTo>
                <a:lnTo>
                  <a:pt x="85252" y="51226"/>
                </a:lnTo>
                <a:lnTo>
                  <a:pt x="87272" y="51313"/>
                </a:lnTo>
                <a:lnTo>
                  <a:pt x="89234" y="51370"/>
                </a:lnTo>
                <a:lnTo>
                  <a:pt x="91168" y="51370"/>
                </a:lnTo>
                <a:lnTo>
                  <a:pt x="93534" y="51342"/>
                </a:lnTo>
                <a:lnTo>
                  <a:pt x="95843" y="51284"/>
                </a:lnTo>
                <a:lnTo>
                  <a:pt x="98094" y="51168"/>
                </a:lnTo>
                <a:lnTo>
                  <a:pt x="100259" y="50995"/>
                </a:lnTo>
                <a:lnTo>
                  <a:pt x="102365" y="50764"/>
                </a:lnTo>
                <a:lnTo>
                  <a:pt x="104386" y="50533"/>
                </a:lnTo>
                <a:lnTo>
                  <a:pt x="106319" y="50216"/>
                </a:lnTo>
                <a:lnTo>
                  <a:pt x="108195" y="49870"/>
                </a:lnTo>
                <a:lnTo>
                  <a:pt x="109955" y="49466"/>
                </a:lnTo>
                <a:lnTo>
                  <a:pt x="111658" y="49033"/>
                </a:lnTo>
                <a:lnTo>
                  <a:pt x="113274" y="48571"/>
                </a:lnTo>
                <a:lnTo>
                  <a:pt x="114025" y="48311"/>
                </a:lnTo>
                <a:lnTo>
                  <a:pt x="114775" y="48052"/>
                </a:lnTo>
                <a:lnTo>
                  <a:pt x="115497" y="47763"/>
                </a:lnTo>
                <a:lnTo>
                  <a:pt x="116189" y="47474"/>
                </a:lnTo>
                <a:lnTo>
                  <a:pt x="116882" y="47186"/>
                </a:lnTo>
                <a:lnTo>
                  <a:pt x="117517" y="46868"/>
                </a:lnTo>
                <a:lnTo>
                  <a:pt x="118152" y="46580"/>
                </a:lnTo>
                <a:lnTo>
                  <a:pt x="118729" y="46233"/>
                </a:lnTo>
                <a:lnTo>
                  <a:pt x="119306" y="45916"/>
                </a:lnTo>
                <a:lnTo>
                  <a:pt x="119854" y="45570"/>
                </a:lnTo>
                <a:lnTo>
                  <a:pt x="119854" y="27590"/>
                </a:lnTo>
                <a:lnTo>
                  <a:pt x="118989" y="26724"/>
                </a:lnTo>
                <a:lnTo>
                  <a:pt x="118065" y="25858"/>
                </a:lnTo>
                <a:lnTo>
                  <a:pt x="117084" y="24993"/>
                </a:lnTo>
                <a:lnTo>
                  <a:pt x="116045" y="24127"/>
                </a:lnTo>
                <a:lnTo>
                  <a:pt x="114919" y="23290"/>
                </a:lnTo>
                <a:lnTo>
                  <a:pt x="113765" y="22424"/>
                </a:lnTo>
                <a:lnTo>
                  <a:pt x="112553" y="21558"/>
                </a:lnTo>
                <a:lnTo>
                  <a:pt x="111283" y="20721"/>
                </a:lnTo>
                <a:lnTo>
                  <a:pt x="109927" y="19884"/>
                </a:lnTo>
                <a:lnTo>
                  <a:pt x="108570" y="19048"/>
                </a:lnTo>
                <a:lnTo>
                  <a:pt x="107127" y="18239"/>
                </a:lnTo>
                <a:lnTo>
                  <a:pt x="105627" y="17403"/>
                </a:lnTo>
                <a:lnTo>
                  <a:pt x="104097" y="16594"/>
                </a:lnTo>
                <a:lnTo>
                  <a:pt x="102510" y="15786"/>
                </a:lnTo>
                <a:lnTo>
                  <a:pt x="100894" y="15007"/>
                </a:lnTo>
                <a:lnTo>
                  <a:pt x="99220" y="14228"/>
                </a:lnTo>
                <a:lnTo>
                  <a:pt x="97430" y="13420"/>
                </a:lnTo>
                <a:lnTo>
                  <a:pt x="95612" y="12641"/>
                </a:lnTo>
                <a:lnTo>
                  <a:pt x="93765" y="11890"/>
                </a:lnTo>
                <a:lnTo>
                  <a:pt x="91889" y="11140"/>
                </a:lnTo>
                <a:lnTo>
                  <a:pt x="89985" y="10419"/>
                </a:lnTo>
                <a:lnTo>
                  <a:pt x="88022" y="9726"/>
                </a:lnTo>
                <a:lnTo>
                  <a:pt x="86060" y="9033"/>
                </a:lnTo>
                <a:lnTo>
                  <a:pt x="84040" y="8369"/>
                </a:lnTo>
                <a:lnTo>
                  <a:pt x="82019" y="7735"/>
                </a:lnTo>
                <a:lnTo>
                  <a:pt x="79970" y="7100"/>
                </a:lnTo>
                <a:lnTo>
                  <a:pt x="77893" y="6522"/>
                </a:lnTo>
                <a:lnTo>
                  <a:pt x="75786" y="5945"/>
                </a:lnTo>
                <a:lnTo>
                  <a:pt x="73650" y="5368"/>
                </a:lnTo>
                <a:lnTo>
                  <a:pt x="71515" y="4849"/>
                </a:lnTo>
                <a:lnTo>
                  <a:pt x="69379" y="4329"/>
                </a:lnTo>
                <a:lnTo>
                  <a:pt x="67214" y="3839"/>
                </a:lnTo>
                <a:lnTo>
                  <a:pt x="65021" y="3377"/>
                </a:lnTo>
                <a:lnTo>
                  <a:pt x="62857" y="2944"/>
                </a:lnTo>
                <a:lnTo>
                  <a:pt x="60692" y="2540"/>
                </a:lnTo>
                <a:lnTo>
                  <a:pt x="58528" y="2194"/>
                </a:lnTo>
                <a:lnTo>
                  <a:pt x="56363" y="1847"/>
                </a:lnTo>
                <a:lnTo>
                  <a:pt x="54228" y="1530"/>
                </a:lnTo>
                <a:lnTo>
                  <a:pt x="52092" y="1241"/>
                </a:lnTo>
                <a:lnTo>
                  <a:pt x="49985" y="981"/>
                </a:lnTo>
                <a:lnTo>
                  <a:pt x="47879" y="751"/>
                </a:lnTo>
                <a:lnTo>
                  <a:pt x="45772" y="549"/>
                </a:lnTo>
                <a:lnTo>
                  <a:pt x="43723" y="375"/>
                </a:lnTo>
                <a:lnTo>
                  <a:pt x="41674" y="231"/>
                </a:lnTo>
                <a:lnTo>
                  <a:pt x="39654" y="116"/>
                </a:lnTo>
                <a:lnTo>
                  <a:pt x="37662" y="58"/>
                </a:lnTo>
                <a:lnTo>
                  <a:pt x="35671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36" name="Google Shape;1036;p85"/>
          <p:cNvSpPr/>
          <p:nvPr>
            <p:ph idx="2" type="pic"/>
          </p:nvPr>
        </p:nvSpPr>
        <p:spPr>
          <a:xfrm>
            <a:off x="5457500" y="0"/>
            <a:ext cx="3686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037" name="Google Shape;1037;p85"/>
          <p:cNvSpPr txBox="1"/>
          <p:nvPr>
            <p:ph idx="1" type="body"/>
          </p:nvPr>
        </p:nvSpPr>
        <p:spPr>
          <a:xfrm>
            <a:off x="115025" y="1743625"/>
            <a:ext cx="20940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1038" name="Google Shape;1038;p85"/>
          <p:cNvSpPr txBox="1"/>
          <p:nvPr>
            <p:ph idx="3" type="body"/>
          </p:nvPr>
        </p:nvSpPr>
        <p:spPr>
          <a:xfrm>
            <a:off x="2276600" y="1743625"/>
            <a:ext cx="29049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1039" name="Google Shape;1039;p8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040" name="Google Shape;1040;p85"/>
          <p:cNvSpPr txBox="1"/>
          <p:nvPr>
            <p:ph idx="4" type="title"/>
          </p:nvPr>
        </p:nvSpPr>
        <p:spPr>
          <a:xfrm>
            <a:off x="115025" y="502775"/>
            <a:ext cx="51255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041" name="Google Shape;1041;p85"/>
          <p:cNvSpPr txBox="1"/>
          <p:nvPr>
            <p:ph idx="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Alt 2">
  <p:cSld name="BLANK_1_1_1_1_1_1_1_1_1_1_1_1_1_1">
    <p:bg>
      <p:bgPr>
        <a:solidFill>
          <a:schemeClr val="lt1"/>
        </a:solidFill>
      </p:bgPr>
    </p:bg>
    <p:spTree>
      <p:nvGrpSpPr>
        <p:cNvPr id="1042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3" name="Google Shape;1043;p86"/>
          <p:cNvGrpSpPr/>
          <p:nvPr/>
        </p:nvGrpSpPr>
        <p:grpSpPr>
          <a:xfrm>
            <a:off x="7704171" y="1036593"/>
            <a:ext cx="1439893" cy="3234395"/>
            <a:chOff x="461225" y="3249175"/>
            <a:chExt cx="1110600" cy="2221578"/>
          </a:xfrm>
        </p:grpSpPr>
        <p:grpSp>
          <p:nvGrpSpPr>
            <p:cNvPr id="1044" name="Google Shape;1044;p86"/>
            <p:cNvGrpSpPr/>
            <p:nvPr/>
          </p:nvGrpSpPr>
          <p:grpSpPr>
            <a:xfrm>
              <a:off x="831422" y="3249175"/>
              <a:ext cx="740403" cy="2221578"/>
              <a:chOff x="831422" y="3249175"/>
              <a:chExt cx="740403" cy="2221578"/>
            </a:xfrm>
          </p:grpSpPr>
          <p:sp>
            <p:nvSpPr>
              <p:cNvPr id="1045" name="Google Shape;1045;p86"/>
              <p:cNvSpPr/>
              <p:nvPr/>
            </p:nvSpPr>
            <p:spPr>
              <a:xfrm>
                <a:off x="831422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1046" name="Google Shape;1046;p86"/>
              <p:cNvSpPr/>
              <p:nvPr/>
            </p:nvSpPr>
            <p:spPr>
              <a:xfrm>
                <a:off x="1201622" y="510055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1047" name="Google Shape;1047;p8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1048" name="Google Shape;1048;p86"/>
            <p:cNvGrpSpPr/>
            <p:nvPr/>
          </p:nvGrpSpPr>
          <p:grpSpPr>
            <a:xfrm>
              <a:off x="461225" y="3619500"/>
              <a:ext cx="1110600" cy="370200"/>
              <a:chOff x="461225" y="3249175"/>
              <a:chExt cx="1110600" cy="370200"/>
            </a:xfrm>
          </p:grpSpPr>
          <p:sp>
            <p:nvSpPr>
              <p:cNvPr id="1049" name="Google Shape;1049;p8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1050" name="Google Shape;1050;p8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1051" name="Google Shape;1051;p8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1052" name="Google Shape;1052;p86"/>
            <p:cNvGrpSpPr/>
            <p:nvPr/>
          </p:nvGrpSpPr>
          <p:grpSpPr>
            <a:xfrm>
              <a:off x="461225" y="3989700"/>
              <a:ext cx="1110600" cy="1110726"/>
              <a:chOff x="461225" y="3249175"/>
              <a:chExt cx="1110600" cy="1110726"/>
            </a:xfrm>
          </p:grpSpPr>
          <p:sp>
            <p:nvSpPr>
              <p:cNvPr id="1053" name="Google Shape;1053;p86"/>
              <p:cNvSpPr/>
              <p:nvPr/>
            </p:nvSpPr>
            <p:spPr>
              <a:xfrm>
                <a:off x="461225" y="3989701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1054" name="Google Shape;1054;p8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1055" name="Google Shape;1055;p8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1056" name="Google Shape;1056;p86"/>
            <p:cNvGrpSpPr/>
            <p:nvPr/>
          </p:nvGrpSpPr>
          <p:grpSpPr>
            <a:xfrm>
              <a:off x="831422" y="4360025"/>
              <a:ext cx="370203" cy="740520"/>
              <a:chOff x="831422" y="3249175"/>
              <a:chExt cx="370203" cy="740520"/>
            </a:xfrm>
          </p:grpSpPr>
          <p:sp>
            <p:nvSpPr>
              <p:cNvPr id="1057" name="Google Shape;1057;p86"/>
              <p:cNvSpPr/>
              <p:nvPr/>
            </p:nvSpPr>
            <p:spPr>
              <a:xfrm>
                <a:off x="831422" y="361949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1058" name="Google Shape;1058;p8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</p:grpSp>
      <p:sp>
        <p:nvSpPr>
          <p:cNvPr id="1059" name="Google Shape;1059;p86"/>
          <p:cNvSpPr/>
          <p:nvPr/>
        </p:nvSpPr>
        <p:spPr>
          <a:xfrm>
            <a:off x="7394250" y="-8100"/>
            <a:ext cx="1759750" cy="2691775"/>
          </a:xfrm>
          <a:custGeom>
            <a:rect b="b" l="l" r="r" t="t"/>
            <a:pathLst>
              <a:path extrusionOk="0" h="107671" w="70390">
                <a:moveTo>
                  <a:pt x="0" y="95"/>
                </a:moveTo>
                <a:lnTo>
                  <a:pt x="70390" y="0"/>
                </a:lnTo>
                <a:lnTo>
                  <a:pt x="70200" y="10767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sp>
        <p:nvSpPr>
          <p:cNvPr id="1060" name="Google Shape;1060;p86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061" name="Google Shape;1061;p86"/>
          <p:cNvSpPr txBox="1"/>
          <p:nvPr>
            <p:ph idx="2" type="title"/>
          </p:nvPr>
        </p:nvSpPr>
        <p:spPr>
          <a:xfrm>
            <a:off x="115025" y="502775"/>
            <a:ext cx="6055500" cy="8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62" name="Google Shape;1062;p86"/>
          <p:cNvSpPr txBox="1"/>
          <p:nvPr>
            <p:ph idx="3" type="title"/>
          </p:nvPr>
        </p:nvSpPr>
        <p:spPr>
          <a:xfrm>
            <a:off x="115025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063" name="Google Shape;1063;p86"/>
          <p:cNvSpPr txBox="1"/>
          <p:nvPr>
            <p:ph idx="4" type="title"/>
          </p:nvPr>
        </p:nvSpPr>
        <p:spPr>
          <a:xfrm>
            <a:off x="2634200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064" name="Google Shape;1064;p86"/>
          <p:cNvSpPr txBox="1"/>
          <p:nvPr>
            <p:ph idx="5" type="title"/>
          </p:nvPr>
        </p:nvSpPr>
        <p:spPr>
          <a:xfrm>
            <a:off x="5169188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065" name="Google Shape;1065;p86"/>
          <p:cNvSpPr txBox="1"/>
          <p:nvPr>
            <p:ph idx="1" type="body"/>
          </p:nvPr>
        </p:nvSpPr>
        <p:spPr>
          <a:xfrm>
            <a:off x="115025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1066" name="Google Shape;1066;p86"/>
          <p:cNvSpPr txBox="1"/>
          <p:nvPr>
            <p:ph idx="6" type="body"/>
          </p:nvPr>
        </p:nvSpPr>
        <p:spPr>
          <a:xfrm>
            <a:off x="115025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1067" name="Google Shape;1067;p86"/>
          <p:cNvSpPr txBox="1"/>
          <p:nvPr>
            <p:ph idx="7" type="body"/>
          </p:nvPr>
        </p:nvSpPr>
        <p:spPr>
          <a:xfrm>
            <a:off x="2634200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1068" name="Google Shape;1068;p86"/>
          <p:cNvSpPr txBox="1"/>
          <p:nvPr>
            <p:ph idx="8" type="body"/>
          </p:nvPr>
        </p:nvSpPr>
        <p:spPr>
          <a:xfrm>
            <a:off x="2634200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1069" name="Google Shape;1069;p86"/>
          <p:cNvSpPr txBox="1"/>
          <p:nvPr>
            <p:ph idx="9" type="body"/>
          </p:nvPr>
        </p:nvSpPr>
        <p:spPr>
          <a:xfrm>
            <a:off x="5169188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1070" name="Google Shape;1070;p86"/>
          <p:cNvSpPr txBox="1"/>
          <p:nvPr>
            <p:ph idx="13" type="body"/>
          </p:nvPr>
        </p:nvSpPr>
        <p:spPr>
          <a:xfrm>
            <a:off x="5169188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1071" name="Google Shape;1071;p86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>
          <p15:clr>
            <a:srgbClr val="E46962"/>
          </p15:clr>
        </p15:guide>
        <p15:guide id="2" pos="5760">
          <p15:clr>
            <a:srgbClr val="E46962"/>
          </p15:clr>
        </p15:guide>
      </p15:sldGuideLst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Alt 1">
  <p:cSld name="BLANK_1_1_1_1_1_1_1_1_1_1_1_1_1_1_1">
    <p:bg>
      <p:bgPr>
        <a:solidFill>
          <a:schemeClr val="lt1"/>
        </a:solidFill>
      </p:bgPr>
    </p:bg>
    <p:spTree>
      <p:nvGrpSpPr>
        <p:cNvPr id="1072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3" name="Google Shape;1073;p87"/>
          <p:cNvGrpSpPr/>
          <p:nvPr/>
        </p:nvGrpSpPr>
        <p:grpSpPr>
          <a:xfrm>
            <a:off x="0" y="506850"/>
            <a:ext cx="930250" cy="2593175"/>
            <a:chOff x="0" y="506850"/>
            <a:chExt cx="930250" cy="2593175"/>
          </a:xfrm>
        </p:grpSpPr>
        <p:grpSp>
          <p:nvGrpSpPr>
            <p:cNvPr id="1074" name="Google Shape;1074;p87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1075" name="Google Shape;1075;p87"/>
              <p:cNvGrpSpPr/>
              <p:nvPr/>
            </p:nvGrpSpPr>
            <p:grpSpPr>
              <a:xfrm>
                <a:off x="1233650" y="2793625"/>
                <a:ext cx="560050" cy="1851250"/>
                <a:chOff x="1381975" y="3249175"/>
                <a:chExt cx="560050" cy="1851250"/>
              </a:xfrm>
            </p:grpSpPr>
            <p:sp>
              <p:nvSpPr>
                <p:cNvPr id="1076" name="Google Shape;1076;p8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77" name="Google Shape;1077;p87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1078" name="Google Shape;1078;p87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1079" name="Google Shape;1079;p8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1080" name="Google Shape;1080;p8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1081" name="Google Shape;1081;p87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1082" name="Google Shape;1082;p87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1083" name="Google Shape;1083;p8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1084" name="Google Shape;1084;p8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1085" name="Google Shape;1085;p87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1086" name="Google Shape;1086;p87"/>
            <p:cNvSpPr/>
            <p:nvPr/>
          </p:nvSpPr>
          <p:spPr>
            <a:xfrm>
              <a:off x="183800" y="5068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087" name="Google Shape;1087;p87"/>
          <p:cNvSpPr txBox="1"/>
          <p:nvPr>
            <p:ph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088" name="Google Shape;1088;p87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1089" name="Google Shape;1089;p87"/>
          <p:cNvSpPr txBox="1"/>
          <p:nvPr>
            <p:ph idx="2" type="subTitle"/>
          </p:nvPr>
        </p:nvSpPr>
        <p:spPr>
          <a:xfrm>
            <a:off x="2942250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1090" name="Google Shape;1090;p87"/>
          <p:cNvSpPr txBox="1"/>
          <p:nvPr>
            <p:ph idx="3" type="subTitle"/>
          </p:nvPr>
        </p:nvSpPr>
        <p:spPr>
          <a:xfrm>
            <a:off x="1078950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091" name="Google Shape;1091;p87"/>
          <p:cNvSpPr txBox="1"/>
          <p:nvPr>
            <p:ph idx="4" type="subTitle"/>
          </p:nvPr>
        </p:nvSpPr>
        <p:spPr>
          <a:xfrm>
            <a:off x="4798644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1092" name="Google Shape;1092;p87"/>
          <p:cNvSpPr txBox="1"/>
          <p:nvPr>
            <p:ph idx="5" type="subTitle"/>
          </p:nvPr>
        </p:nvSpPr>
        <p:spPr>
          <a:xfrm>
            <a:off x="294225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093" name="Google Shape;1093;p87"/>
          <p:cNvSpPr txBox="1"/>
          <p:nvPr>
            <p:ph idx="6" type="subTitle"/>
          </p:nvPr>
        </p:nvSpPr>
        <p:spPr>
          <a:xfrm>
            <a:off x="6671581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1094" name="Google Shape;1094;p87"/>
          <p:cNvSpPr txBox="1"/>
          <p:nvPr>
            <p:ph idx="7" type="subTitle"/>
          </p:nvPr>
        </p:nvSpPr>
        <p:spPr>
          <a:xfrm>
            <a:off x="479864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1095" name="Google Shape;1095;p87"/>
          <p:cNvGrpSpPr/>
          <p:nvPr/>
        </p:nvGrpSpPr>
        <p:grpSpPr>
          <a:xfrm rot="5400000">
            <a:off x="7381575" y="-838700"/>
            <a:ext cx="930250" cy="2591775"/>
            <a:chOff x="0" y="508250"/>
            <a:chExt cx="930250" cy="2591775"/>
          </a:xfrm>
        </p:grpSpPr>
        <p:grpSp>
          <p:nvGrpSpPr>
            <p:cNvPr id="1096" name="Google Shape;1096;p87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1097" name="Google Shape;1097;p87"/>
              <p:cNvGrpSpPr/>
              <p:nvPr/>
            </p:nvGrpSpPr>
            <p:grpSpPr>
              <a:xfrm>
                <a:off x="1233650" y="2793625"/>
                <a:ext cx="930250" cy="1851250"/>
                <a:chOff x="1381975" y="3249175"/>
                <a:chExt cx="930250" cy="1851250"/>
              </a:xfrm>
            </p:grpSpPr>
            <p:grpSp>
              <p:nvGrpSpPr>
                <p:cNvPr id="1098" name="Google Shape;1098;p87"/>
                <p:cNvGrpSpPr/>
                <p:nvPr/>
              </p:nvGrpSpPr>
              <p:grpSpPr>
                <a:xfrm>
                  <a:off x="1571825" y="3249175"/>
                  <a:ext cx="740400" cy="370200"/>
                  <a:chOff x="1571825" y="3249175"/>
                  <a:chExt cx="740400" cy="370200"/>
                </a:xfrm>
              </p:grpSpPr>
              <p:sp>
                <p:nvSpPr>
                  <p:cNvPr id="1099" name="Google Shape;1099;p8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1100" name="Google Shape;1100;p87"/>
                  <p:cNvSpPr/>
                  <p:nvPr/>
                </p:nvSpPr>
                <p:spPr>
                  <a:xfrm>
                    <a:off x="19420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sp>
              <p:nvSpPr>
                <p:cNvPr id="1101" name="Google Shape;1101;p87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1102" name="Google Shape;1102;p87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1103" name="Google Shape;1103;p8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1104" name="Google Shape;1104;p8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1105" name="Google Shape;1105;p87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1106" name="Google Shape;1106;p87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1107" name="Google Shape;1107;p8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1108" name="Google Shape;1108;p8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1109" name="Google Shape;1109;p87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1110" name="Google Shape;1110;p87"/>
            <p:cNvSpPr/>
            <p:nvPr/>
          </p:nvSpPr>
          <p:spPr>
            <a:xfrm>
              <a:off x="189850" y="5082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111" name="Google Shape;1111;p87"/>
          <p:cNvSpPr txBox="1"/>
          <p:nvPr>
            <p:ph idx="8" type="subTitle"/>
          </p:nvPr>
        </p:nvSpPr>
        <p:spPr>
          <a:xfrm>
            <a:off x="6671579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112" name="Google Shape;1112;p87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cxnSp>
        <p:nvCxnSpPr>
          <p:cNvPr id="1113" name="Google Shape;1113;p87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14" name="Google Shape;1114;p87"/>
          <p:cNvSpPr/>
          <p:nvPr/>
        </p:nvSpPr>
        <p:spPr>
          <a:xfrm rot="5400000">
            <a:off x="8773788" y="9223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15" name="Google Shape;1115;p87"/>
          <p:cNvSpPr/>
          <p:nvPr/>
        </p:nvSpPr>
        <p:spPr>
          <a:xfrm rot="5400000">
            <a:off x="8773788" y="12925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16" name="Google Shape;1116;p87"/>
          <p:cNvSpPr txBox="1"/>
          <p:nvPr>
            <p:ph idx="13" type="subTitle"/>
          </p:nvPr>
        </p:nvSpPr>
        <p:spPr>
          <a:xfrm>
            <a:off x="1078938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1117" name="Google Shape;1117;p87"/>
          <p:cNvSpPr txBox="1"/>
          <p:nvPr>
            <p:ph idx="14" type="title"/>
          </p:nvPr>
        </p:nvSpPr>
        <p:spPr>
          <a:xfrm>
            <a:off x="348450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118" name="Google Shape;1118;p87"/>
          <p:cNvSpPr txBox="1"/>
          <p:nvPr>
            <p:ph idx="15" type="title"/>
          </p:nvPr>
        </p:nvSpPr>
        <p:spPr>
          <a:xfrm>
            <a:off x="720420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b="1" sz="1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19" name="Google Shape;1119;p87"/>
          <p:cNvSpPr txBox="1"/>
          <p:nvPr>
            <p:ph idx="16" type="title"/>
          </p:nvPr>
        </p:nvSpPr>
        <p:spPr>
          <a:xfrm>
            <a:off x="534435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120" name="Google Shape;1120;p87"/>
          <p:cNvSpPr txBox="1"/>
          <p:nvPr>
            <p:ph idx="17" type="title"/>
          </p:nvPr>
        </p:nvSpPr>
        <p:spPr>
          <a:xfrm>
            <a:off x="162465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121" name="Google Shape;1121;p87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175">
          <p15:clr>
            <a:srgbClr val="E46962"/>
          </p15:clr>
        </p15:guide>
      </p15:sldGuideLst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1_1_1_2">
    <p:bg>
      <p:bgPr>
        <a:solidFill>
          <a:schemeClr val="lt1"/>
        </a:solidFill>
      </p:bgPr>
    </p:bg>
    <p:spTree>
      <p:nvGrpSpPr>
        <p:cNvPr id="1122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Google Shape;1123;p88"/>
          <p:cNvSpPr txBox="1"/>
          <p:nvPr>
            <p:ph idx="1" type="body"/>
          </p:nvPr>
        </p:nvSpPr>
        <p:spPr>
          <a:xfrm>
            <a:off x="1867950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1124" name="Google Shape;1124;p88"/>
          <p:cNvSpPr txBox="1"/>
          <p:nvPr>
            <p:ph idx="2" type="body"/>
          </p:nvPr>
        </p:nvSpPr>
        <p:spPr>
          <a:xfrm>
            <a:off x="1867950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1125" name="Google Shape;1125;p88"/>
          <p:cNvSpPr txBox="1"/>
          <p:nvPr>
            <p:ph idx="3" type="body"/>
          </p:nvPr>
        </p:nvSpPr>
        <p:spPr>
          <a:xfrm>
            <a:off x="5297575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1126" name="Google Shape;1126;p88"/>
          <p:cNvSpPr txBox="1"/>
          <p:nvPr>
            <p:ph idx="4" type="body"/>
          </p:nvPr>
        </p:nvSpPr>
        <p:spPr>
          <a:xfrm>
            <a:off x="5297575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grpSp>
        <p:nvGrpSpPr>
          <p:cNvPr id="1127" name="Google Shape;1127;p88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1128" name="Google Shape;1128;p88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1129" name="Google Shape;1129;p88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130" name="Google Shape;1130;p8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131" name="Google Shape;1131;p88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1132" name="Google Shape;1132;p88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133" name="Google Shape;1133;p8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134" name="Google Shape;1134;p8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135" name="Google Shape;1135;p8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136" name="Google Shape;1136;p88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1137" name="Google Shape;1137;p8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138" name="Google Shape;1138;p8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139" name="Google Shape;1139;p8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140" name="Google Shape;1140;p88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1141" name="Google Shape;1141;p88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142" name="Google Shape;1142;p88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143" name="Google Shape;1143;p8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144" name="Google Shape;1144;p8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145" name="Google Shape;1145;p8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1146" name="Google Shape;1146;p88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47" name="Google Shape;1147;p88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48" name="Google Shape;1148;p88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49" name="Google Shape;1149;p88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50" name="Google Shape;1150;p88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151" name="Google Shape;1151;p88"/>
          <p:cNvSpPr txBox="1"/>
          <p:nvPr>
            <p:ph idx="5"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152" name="Google Shape;1152;p88"/>
          <p:cNvSpPr txBox="1"/>
          <p:nvPr>
            <p:ph idx="6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1153" name="Google Shape;1153;p88"/>
          <p:cNvSpPr txBox="1"/>
          <p:nvPr>
            <p:ph idx="7" type="subTitle"/>
          </p:nvPr>
        </p:nvSpPr>
        <p:spPr>
          <a:xfrm>
            <a:off x="1867950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4" name="Google Shape;1154;p88"/>
          <p:cNvSpPr txBox="1"/>
          <p:nvPr>
            <p:ph idx="8" type="subTitle"/>
          </p:nvPr>
        </p:nvSpPr>
        <p:spPr>
          <a:xfrm>
            <a:off x="1867950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5" name="Google Shape;1155;p88"/>
          <p:cNvSpPr txBox="1"/>
          <p:nvPr>
            <p:ph idx="9" type="subTitle"/>
          </p:nvPr>
        </p:nvSpPr>
        <p:spPr>
          <a:xfrm>
            <a:off x="5297575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6" name="Google Shape;1156;p88"/>
          <p:cNvSpPr txBox="1"/>
          <p:nvPr>
            <p:ph idx="13" type="subTitle"/>
          </p:nvPr>
        </p:nvSpPr>
        <p:spPr>
          <a:xfrm>
            <a:off x="5297575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7" name="Google Shape;1157;p88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07">
          <p15:clr>
            <a:srgbClr val="E46962"/>
          </p15:clr>
        </p15:guide>
        <p15:guide id="3" pos="2262">
          <p15:clr>
            <a:srgbClr val="E46962"/>
          </p15:clr>
        </p15:guide>
        <p15:guide id="4" orient="horz" pos="1006">
          <p15:clr>
            <a:srgbClr val="E46962"/>
          </p15:clr>
        </p15:guide>
        <p15:guide id="5" pos="1175">
          <p15:clr>
            <a:srgbClr val="E46962"/>
          </p15:clr>
        </p15:guide>
      </p15:sldGuideLst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3">
  <p:cSld name="BLANK_1_1_1_1_1_1_1_1_1_1_1_1_1_1_1_2_1">
    <p:bg>
      <p:bgPr>
        <a:solidFill>
          <a:schemeClr val="lt1"/>
        </a:solidFill>
      </p:bgPr>
    </p:bg>
    <p:spTree>
      <p:nvGrpSpPr>
        <p:cNvPr id="1158" name="Shape 1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9" name="Google Shape;1159;p89"/>
          <p:cNvSpPr txBox="1"/>
          <p:nvPr>
            <p:ph type="title"/>
          </p:nvPr>
        </p:nvSpPr>
        <p:spPr>
          <a:xfrm>
            <a:off x="104850" y="2155850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160" name="Google Shape;1160;p89"/>
          <p:cNvSpPr txBox="1"/>
          <p:nvPr>
            <p:ph idx="2" type="title"/>
          </p:nvPr>
        </p:nvSpPr>
        <p:spPr>
          <a:xfrm>
            <a:off x="1932925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161" name="Google Shape;1161;p89"/>
          <p:cNvSpPr txBox="1"/>
          <p:nvPr>
            <p:ph idx="3" type="title"/>
          </p:nvPr>
        </p:nvSpPr>
        <p:spPr>
          <a:xfrm>
            <a:off x="376100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162" name="Google Shape;1162;p89"/>
          <p:cNvSpPr txBox="1"/>
          <p:nvPr>
            <p:ph idx="4" type="title"/>
          </p:nvPr>
        </p:nvSpPr>
        <p:spPr>
          <a:xfrm>
            <a:off x="560715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163" name="Google Shape;1163;p89"/>
          <p:cNvSpPr txBox="1"/>
          <p:nvPr>
            <p:ph idx="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164" name="Google Shape;1164;p89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cxnSp>
        <p:nvCxnSpPr>
          <p:cNvPr id="1165" name="Google Shape;1165;p89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166" name="Google Shape;1166;p89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1167" name="Google Shape;1167;p89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1168" name="Google Shape;1168;p89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169" name="Google Shape;1169;p8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170" name="Google Shape;1170;p89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1171" name="Google Shape;1171;p89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172" name="Google Shape;1172;p8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173" name="Google Shape;1173;p8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174" name="Google Shape;1174;p89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175" name="Google Shape;1175;p89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1176" name="Google Shape;1176;p8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177" name="Google Shape;1177;p8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178" name="Google Shape;1178;p89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179" name="Google Shape;1179;p89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1180" name="Google Shape;1180;p89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181" name="Google Shape;1181;p89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182" name="Google Shape;1182;p8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183" name="Google Shape;1183;p89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184" name="Google Shape;1184;p89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1185" name="Google Shape;1185;p89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86" name="Google Shape;1186;p89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87" name="Google Shape;1187;p89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88" name="Google Shape;1188;p89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89" name="Google Shape;1189;p89"/>
          <p:cNvSpPr txBox="1"/>
          <p:nvPr>
            <p:ph idx="6" type="body"/>
          </p:nvPr>
        </p:nvSpPr>
        <p:spPr>
          <a:xfrm>
            <a:off x="1049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1190" name="Google Shape;1190;p89"/>
          <p:cNvSpPr txBox="1"/>
          <p:nvPr>
            <p:ph idx="7" type="body"/>
          </p:nvPr>
        </p:nvSpPr>
        <p:spPr>
          <a:xfrm>
            <a:off x="1932925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1191" name="Google Shape;1191;p89"/>
          <p:cNvSpPr txBox="1"/>
          <p:nvPr>
            <p:ph idx="8" type="body"/>
          </p:nvPr>
        </p:nvSpPr>
        <p:spPr>
          <a:xfrm>
            <a:off x="37610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1192" name="Google Shape;1192;p89"/>
          <p:cNvSpPr txBox="1"/>
          <p:nvPr>
            <p:ph idx="9" type="body"/>
          </p:nvPr>
        </p:nvSpPr>
        <p:spPr>
          <a:xfrm>
            <a:off x="560715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1193" name="Google Shape;1193;p89"/>
          <p:cNvSpPr txBox="1"/>
          <p:nvPr>
            <p:ph idx="13" type="title"/>
          </p:nvPr>
        </p:nvSpPr>
        <p:spPr>
          <a:xfrm>
            <a:off x="23997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94" name="Google Shape;1194;p89"/>
          <p:cNvSpPr txBox="1"/>
          <p:nvPr>
            <p:ph idx="14" type="title"/>
          </p:nvPr>
        </p:nvSpPr>
        <p:spPr>
          <a:xfrm>
            <a:off x="20095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95" name="Google Shape;1195;p89"/>
          <p:cNvSpPr txBox="1"/>
          <p:nvPr>
            <p:ph idx="15" type="title"/>
          </p:nvPr>
        </p:nvSpPr>
        <p:spPr>
          <a:xfrm>
            <a:off x="389542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96" name="Google Shape;1196;p89"/>
          <p:cNvSpPr txBox="1"/>
          <p:nvPr>
            <p:ph idx="16" type="title"/>
          </p:nvPr>
        </p:nvSpPr>
        <p:spPr>
          <a:xfrm>
            <a:off x="57047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97" name="Google Shape;1197;p89"/>
          <p:cNvSpPr txBox="1"/>
          <p:nvPr>
            <p:ph idx="17" type="title"/>
          </p:nvPr>
        </p:nvSpPr>
        <p:spPr>
          <a:xfrm>
            <a:off x="38100" y="319650"/>
            <a:ext cx="18279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198" name="Google Shape;1198;p89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31">
          <p15:clr>
            <a:srgbClr val="E46962"/>
          </p15:clr>
        </p15:guide>
        <p15:guide id="3" pos="2262">
          <p15:clr>
            <a:srgbClr val="E46962"/>
          </p15:clr>
        </p15:guide>
        <p15:guide id="4" pos="1173">
          <p15:clr>
            <a:srgbClr val="E46962"/>
          </p15:clr>
        </p15:guide>
        <p15:guide id="5" pos="1408">
          <p15:clr>
            <a:srgbClr val="E46962"/>
          </p15:clr>
        </p15:guide>
        <p15:guide id="6" pos="1175">
          <p15:clr>
            <a:srgbClr val="E46962"/>
          </p15:clr>
        </p15:guide>
      </p15:sldGuideLst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images with caption">
  <p:cSld name="BLANK_1_1_1_1_1_1_1_1_1_1_1_1_1_1_1_1_1_1_2">
    <p:bg>
      <p:bgPr>
        <a:solidFill>
          <a:schemeClr val="lt1"/>
        </a:solidFill>
      </p:bgPr>
    </p:bg>
    <p:spTree>
      <p:nvGrpSpPr>
        <p:cNvPr id="1199" name="Shape 1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0" name="Google Shape;1200;p90"/>
          <p:cNvSpPr txBox="1"/>
          <p:nvPr>
            <p:ph type="title"/>
          </p:nvPr>
        </p:nvSpPr>
        <p:spPr>
          <a:xfrm>
            <a:off x="38100" y="397750"/>
            <a:ext cx="19482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1201" name="Google Shape;1201;p90"/>
          <p:cNvGrpSpPr/>
          <p:nvPr/>
        </p:nvGrpSpPr>
        <p:grpSpPr>
          <a:xfrm rot="10800000">
            <a:off x="5657179" y="-1"/>
            <a:ext cx="3486840" cy="2906092"/>
            <a:chOff x="312900" y="2793625"/>
            <a:chExt cx="2221200" cy="1851250"/>
          </a:xfrm>
        </p:grpSpPr>
        <p:grpSp>
          <p:nvGrpSpPr>
            <p:cNvPr id="1202" name="Google Shape;1202;p90"/>
            <p:cNvGrpSpPr/>
            <p:nvPr/>
          </p:nvGrpSpPr>
          <p:grpSpPr>
            <a:xfrm>
              <a:off x="312900" y="2793625"/>
              <a:ext cx="1851000" cy="1851250"/>
              <a:chOff x="461225" y="3249175"/>
              <a:chExt cx="1851000" cy="1851250"/>
            </a:xfrm>
          </p:grpSpPr>
          <p:grpSp>
            <p:nvGrpSpPr>
              <p:cNvPr id="1203" name="Google Shape;1203;p90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204" name="Google Shape;1204;p9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05" name="Google Shape;1205;p9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06" name="Google Shape;1206;p9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07" name="Google Shape;1207;p9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208" name="Google Shape;1208;p90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209" name="Google Shape;1209;p9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10" name="Google Shape;1210;p9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11" name="Google Shape;1211;p9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12" name="Google Shape;1212;p9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13" name="Google Shape;1213;p9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214" name="Google Shape;1214;p90"/>
              <p:cNvGrpSpPr/>
              <p:nvPr/>
            </p:nvGrpSpPr>
            <p:grpSpPr>
              <a:xfrm>
                <a:off x="461225" y="3989700"/>
                <a:ext cx="1480800" cy="1110725"/>
                <a:chOff x="461225" y="3249175"/>
                <a:chExt cx="1480800" cy="1110725"/>
              </a:xfrm>
            </p:grpSpPr>
            <p:sp>
              <p:nvSpPr>
                <p:cNvPr id="1215" name="Google Shape;1215;p9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16" name="Google Shape;1216;p9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17" name="Google Shape;1217;p9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18" name="Google Shape;1218;p90"/>
                <p:cNvSpPr/>
                <p:nvPr/>
              </p:nvSpPr>
              <p:spPr>
                <a:xfrm>
                  <a:off x="1201625" y="3989700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219" name="Google Shape;1219;p90"/>
              <p:cNvGrpSpPr/>
              <p:nvPr/>
            </p:nvGrpSpPr>
            <p:grpSpPr>
              <a:xfrm>
                <a:off x="831425" y="4360025"/>
                <a:ext cx="1480800" cy="370200"/>
                <a:chOff x="831425" y="3249175"/>
                <a:chExt cx="1480800" cy="370200"/>
              </a:xfrm>
            </p:grpSpPr>
            <p:sp>
              <p:nvSpPr>
                <p:cNvPr id="1220" name="Google Shape;1220;p9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21" name="Google Shape;1221;p9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22" name="Google Shape;1222;p9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23" name="Google Shape;1223;p9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224" name="Google Shape;1224;p90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225" name="Google Shape;1225;p90"/>
          <p:cNvSpPr/>
          <p:nvPr>
            <p:ph idx="2" type="pic"/>
          </p:nvPr>
        </p:nvSpPr>
        <p:spPr>
          <a:xfrm>
            <a:off x="1200750" y="9847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26" name="Google Shape;1226;p90"/>
          <p:cNvSpPr/>
          <p:nvPr>
            <p:ph idx="3" type="pic"/>
          </p:nvPr>
        </p:nvSpPr>
        <p:spPr>
          <a:xfrm>
            <a:off x="3747300" y="92198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27" name="Google Shape;1227;p90"/>
          <p:cNvSpPr/>
          <p:nvPr>
            <p:ph idx="4" type="pic"/>
          </p:nvPr>
        </p:nvSpPr>
        <p:spPr>
          <a:xfrm>
            <a:off x="6080650" y="9414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28" name="Google Shape;1228;p90"/>
          <p:cNvSpPr txBox="1"/>
          <p:nvPr>
            <p:ph idx="1" type="subTitle"/>
          </p:nvPr>
        </p:nvSpPr>
        <p:spPr>
          <a:xfrm>
            <a:off x="9477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29" name="Google Shape;1229;p90"/>
          <p:cNvSpPr txBox="1"/>
          <p:nvPr>
            <p:ph idx="5" type="title"/>
          </p:nvPr>
        </p:nvSpPr>
        <p:spPr>
          <a:xfrm>
            <a:off x="11118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30" name="Google Shape;1230;p90"/>
          <p:cNvSpPr txBox="1"/>
          <p:nvPr>
            <p:ph idx="6" type="subTitle"/>
          </p:nvPr>
        </p:nvSpPr>
        <p:spPr>
          <a:xfrm>
            <a:off x="352860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31" name="Google Shape;1231;p90"/>
          <p:cNvSpPr txBox="1"/>
          <p:nvPr>
            <p:ph idx="7" type="title"/>
          </p:nvPr>
        </p:nvSpPr>
        <p:spPr>
          <a:xfrm>
            <a:off x="369270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32" name="Google Shape;1232;p90"/>
          <p:cNvSpPr txBox="1"/>
          <p:nvPr>
            <p:ph idx="8" type="subTitle"/>
          </p:nvPr>
        </p:nvSpPr>
        <p:spPr>
          <a:xfrm>
            <a:off x="58619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33" name="Google Shape;1233;p90"/>
          <p:cNvSpPr txBox="1"/>
          <p:nvPr>
            <p:ph idx="9" type="title"/>
          </p:nvPr>
        </p:nvSpPr>
        <p:spPr>
          <a:xfrm>
            <a:off x="60260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34" name="Google Shape;1234;p90"/>
          <p:cNvSpPr txBox="1"/>
          <p:nvPr>
            <p:ph idx="13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235" name="Google Shape;1235;p90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236" name="Shape 1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7" name="Google Shape;1237;p9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38" name="Google Shape;1238;p9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1239" name="Shape 1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0" name="Google Shape;1240;p9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1241" name="Shape 1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2" name="Google Shape;1242;p9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43" name="Google Shape;1243;p9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1244" name="Shape 1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5" name="Google Shape;1245;p9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46" name="Google Shape;1246;p9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247" name="Google Shape;1247;p9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1248" name="Shape 1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" name="Google Shape;1249;p9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1250" name="Shape 1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1" name="Google Shape;1251;p9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252" name="Google Shape;1252;p9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1253" name="Shape 1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p9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1255" name="Shape 1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6" name="Google Shape;1256;p9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257" name="Google Shape;1257;p9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258" name="Google Shape;1258;p9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1259" name="Shape 1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0" name="Google Shape;1260;p9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126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1262" name="Shape 1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Google Shape;1263;p101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64" name="Google Shape;1264;p101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65" name="Google Shape;1265;p101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66" name="Google Shape;1266;p101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67" name="Google Shape;1267;p101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68" name="Google Shape;1268;p101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69" name="Google Shape;1269;p101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1270" name="Shape 1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1" name="Google Shape;1271;p10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72" name="Google Shape;1272;p102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273" name="Google Shape;1273;p102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1274" name="Shape 1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5" name="Google Shape;1275;p103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76" name="Google Shape;1276;p103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277" name="Google Shape;1277;p103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278" name="Google Shape;1278;p103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79" name="Google Shape;1279;p103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1280" name="Shape 1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1" name="Google Shape;1281;p104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282" name="Google Shape;1282;p104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283" name="Google Shape;1283;p10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84" name="Google Shape;1284;p104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85" name="Google Shape;1285;p104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86" name="Google Shape;1286;p104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87" name="Google Shape;1287;p104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1288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p105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290" name="Google Shape;1290;p105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291" name="Google Shape;1291;p105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292" name="Google Shape;1292;p105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293" name="Google Shape;1293;p105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94" name="Google Shape;1294;p105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95" name="Google Shape;1295;p105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96" name="Google Shape;1296;p105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97" name="Google Shape;1297;p105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1298" name="Shape 1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9" name="Google Shape;1299;p10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00" name="Google Shape;1300;p106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1301" name="Shape 1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2" name="Google Shape;1302;p107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303" name="Google Shape;1303;p107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304" name="Google Shape;1304;p107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305" name="Google Shape;1305;p107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306" name="Google Shape;1306;p10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07" name="Google Shape;1307;p107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08" name="Google Shape;1308;p107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1309" name="Shape 1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" name="Google Shape;1310;p108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311" name="Google Shape;1311;p108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312" name="Google Shape;1312;p108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313" name="Google Shape;1313;p108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314" name="Google Shape;1314;p108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315" name="Google Shape;1315;p108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316" name="Google Shape;1316;p10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17" name="Google Shape;1317;p108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18" name="Google Shape;1318;p108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19" name="Google Shape;1319;p108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1320" name="Shape 1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" name="Google Shape;1321;p109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1322" name="Shape 1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3" name="Google Shape;1323;p110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324" name="Google Shape;1324;p110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325" name="Google Shape;1325;p110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326" name="Google Shape;1326;p110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327" name="Google Shape;1327;p110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328" name="Google Shape;1328;p110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329" name="Google Shape;1329;p110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30" name="Google Shape;1330;p110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331" name="Google Shape;1331;p110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332" name="Google Shape;1332;p110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60" Type="http://schemas.openxmlformats.org/officeDocument/2006/relationships/theme" Target="../theme/theme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11.xml"/><Relationship Id="rId5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10.xml"/><Relationship Id="rId54" Type="http://schemas.openxmlformats.org/officeDocument/2006/relationships/slideLayout" Target="../slideLayouts/slideLayout54.xml"/><Relationship Id="rId13" Type="http://schemas.openxmlformats.org/officeDocument/2006/relationships/slideLayout" Target="../slideLayouts/slideLayout13.xml"/><Relationship Id="rId57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12.xml"/><Relationship Id="rId56" Type="http://schemas.openxmlformats.org/officeDocument/2006/relationships/slideLayout" Target="../slideLayouts/slideLayout56.xml"/><Relationship Id="rId15" Type="http://schemas.openxmlformats.org/officeDocument/2006/relationships/slideLayout" Target="../slideLayouts/slideLayout15.xml"/><Relationship Id="rId59" Type="http://schemas.openxmlformats.org/officeDocument/2006/relationships/slideLayout" Target="../slideLayouts/slideLayout59.xml"/><Relationship Id="rId14" Type="http://schemas.openxmlformats.org/officeDocument/2006/relationships/slideLayout" Target="../slideLayouts/slideLayout14.xml"/><Relationship Id="rId58" Type="http://schemas.openxmlformats.org/officeDocument/2006/relationships/slideLayout" Target="../slideLayouts/slideLayout5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99.xml"/><Relationship Id="rId42" Type="http://schemas.openxmlformats.org/officeDocument/2006/relationships/slideLayout" Target="../slideLayouts/slideLayout101.xml"/><Relationship Id="rId41" Type="http://schemas.openxmlformats.org/officeDocument/2006/relationships/slideLayout" Target="../slideLayouts/slideLayout100.xml"/><Relationship Id="rId44" Type="http://schemas.openxmlformats.org/officeDocument/2006/relationships/slideLayout" Target="../slideLayouts/slideLayout103.xml"/><Relationship Id="rId43" Type="http://schemas.openxmlformats.org/officeDocument/2006/relationships/slideLayout" Target="../slideLayouts/slideLayout102.xml"/><Relationship Id="rId46" Type="http://schemas.openxmlformats.org/officeDocument/2006/relationships/slideLayout" Target="../slideLayouts/slideLayout105.xml"/><Relationship Id="rId45" Type="http://schemas.openxmlformats.org/officeDocument/2006/relationships/slideLayout" Target="../slideLayouts/slideLayout104.xml"/><Relationship Id="rId1" Type="http://schemas.openxmlformats.org/officeDocument/2006/relationships/slideLayout" Target="../slideLayouts/slideLayout60.xml"/><Relationship Id="rId2" Type="http://schemas.openxmlformats.org/officeDocument/2006/relationships/slideLayout" Target="../slideLayouts/slideLayout61.xml"/><Relationship Id="rId3" Type="http://schemas.openxmlformats.org/officeDocument/2006/relationships/slideLayout" Target="../slideLayouts/slideLayout62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Relationship Id="rId48" Type="http://schemas.openxmlformats.org/officeDocument/2006/relationships/slideLayout" Target="../slideLayouts/slideLayout107.xml"/><Relationship Id="rId47" Type="http://schemas.openxmlformats.org/officeDocument/2006/relationships/slideLayout" Target="../slideLayouts/slideLayout106.xml"/><Relationship Id="rId49" Type="http://schemas.openxmlformats.org/officeDocument/2006/relationships/slideLayout" Target="../slideLayouts/slideLayout108.xml"/><Relationship Id="rId5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6.xml"/><Relationship Id="rId8" Type="http://schemas.openxmlformats.org/officeDocument/2006/relationships/slideLayout" Target="../slideLayouts/slideLayout67.xml"/><Relationship Id="rId31" Type="http://schemas.openxmlformats.org/officeDocument/2006/relationships/slideLayout" Target="../slideLayouts/slideLayout90.xml"/><Relationship Id="rId30" Type="http://schemas.openxmlformats.org/officeDocument/2006/relationships/slideLayout" Target="../slideLayouts/slideLayout89.xml"/><Relationship Id="rId33" Type="http://schemas.openxmlformats.org/officeDocument/2006/relationships/slideLayout" Target="../slideLayouts/slideLayout92.xml"/><Relationship Id="rId32" Type="http://schemas.openxmlformats.org/officeDocument/2006/relationships/slideLayout" Target="../slideLayouts/slideLayout91.xml"/><Relationship Id="rId35" Type="http://schemas.openxmlformats.org/officeDocument/2006/relationships/slideLayout" Target="../slideLayouts/slideLayout94.xml"/><Relationship Id="rId34" Type="http://schemas.openxmlformats.org/officeDocument/2006/relationships/slideLayout" Target="../slideLayouts/slideLayout93.xml"/><Relationship Id="rId37" Type="http://schemas.openxmlformats.org/officeDocument/2006/relationships/slideLayout" Target="../slideLayouts/slideLayout96.xml"/><Relationship Id="rId36" Type="http://schemas.openxmlformats.org/officeDocument/2006/relationships/slideLayout" Target="../slideLayouts/slideLayout95.xml"/><Relationship Id="rId39" Type="http://schemas.openxmlformats.org/officeDocument/2006/relationships/slideLayout" Target="../slideLayouts/slideLayout98.xml"/><Relationship Id="rId38" Type="http://schemas.openxmlformats.org/officeDocument/2006/relationships/slideLayout" Target="../slideLayouts/slideLayout97.xml"/><Relationship Id="rId20" Type="http://schemas.openxmlformats.org/officeDocument/2006/relationships/slideLayout" Target="../slideLayouts/slideLayout79.xml"/><Relationship Id="rId22" Type="http://schemas.openxmlformats.org/officeDocument/2006/relationships/slideLayout" Target="../slideLayouts/slideLayout81.xml"/><Relationship Id="rId21" Type="http://schemas.openxmlformats.org/officeDocument/2006/relationships/slideLayout" Target="../slideLayouts/slideLayout80.xml"/><Relationship Id="rId24" Type="http://schemas.openxmlformats.org/officeDocument/2006/relationships/slideLayout" Target="../slideLayouts/slideLayout83.xml"/><Relationship Id="rId23" Type="http://schemas.openxmlformats.org/officeDocument/2006/relationships/slideLayout" Target="../slideLayouts/slideLayout82.xml"/><Relationship Id="rId26" Type="http://schemas.openxmlformats.org/officeDocument/2006/relationships/slideLayout" Target="../slideLayouts/slideLayout85.xml"/><Relationship Id="rId25" Type="http://schemas.openxmlformats.org/officeDocument/2006/relationships/slideLayout" Target="../slideLayouts/slideLayout84.xml"/><Relationship Id="rId28" Type="http://schemas.openxmlformats.org/officeDocument/2006/relationships/slideLayout" Target="../slideLayouts/slideLayout87.xml"/><Relationship Id="rId27" Type="http://schemas.openxmlformats.org/officeDocument/2006/relationships/slideLayout" Target="../slideLayouts/slideLayout86.xml"/><Relationship Id="rId29" Type="http://schemas.openxmlformats.org/officeDocument/2006/relationships/slideLayout" Target="../slideLayouts/slideLayout88.xml"/><Relationship Id="rId50" Type="http://schemas.openxmlformats.org/officeDocument/2006/relationships/theme" Target="../theme/theme1.xml"/><Relationship Id="rId11" Type="http://schemas.openxmlformats.org/officeDocument/2006/relationships/slideLayout" Target="../slideLayouts/slideLayout70.xml"/><Relationship Id="rId10" Type="http://schemas.openxmlformats.org/officeDocument/2006/relationships/slideLayout" Target="../slideLayouts/slideLayout69.xml"/><Relationship Id="rId13" Type="http://schemas.openxmlformats.org/officeDocument/2006/relationships/slideLayout" Target="../slideLayouts/slideLayout72.xml"/><Relationship Id="rId12" Type="http://schemas.openxmlformats.org/officeDocument/2006/relationships/slideLayout" Target="../slideLayouts/slideLayout71.xml"/><Relationship Id="rId15" Type="http://schemas.openxmlformats.org/officeDocument/2006/relationships/slideLayout" Target="../slideLayouts/slideLayout74.xml"/><Relationship Id="rId14" Type="http://schemas.openxmlformats.org/officeDocument/2006/relationships/slideLayout" Target="../slideLayouts/slideLayout73.xml"/><Relationship Id="rId17" Type="http://schemas.openxmlformats.org/officeDocument/2006/relationships/slideLayout" Target="../slideLayouts/slideLayout76.xml"/><Relationship Id="rId16" Type="http://schemas.openxmlformats.org/officeDocument/2006/relationships/slideLayout" Target="../slideLayouts/slideLayout75.xml"/><Relationship Id="rId19" Type="http://schemas.openxmlformats.org/officeDocument/2006/relationships/slideLayout" Target="../slideLayouts/slideLayout78.xml"/><Relationship Id="rId18" Type="http://schemas.openxmlformats.org/officeDocument/2006/relationships/slideLayout" Target="../slideLayouts/slideLayout7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Della Respira"/>
              <a:buNone/>
              <a:defRPr b="1" sz="4200">
                <a:solidFill>
                  <a:schemeClr val="dk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ella Respira"/>
              <a:buNone/>
              <a:defRPr sz="2800">
                <a:solidFill>
                  <a:schemeClr val="dk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ella Respira"/>
              <a:buNone/>
              <a:defRPr sz="2800">
                <a:solidFill>
                  <a:schemeClr val="dk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ella Respira"/>
              <a:buNone/>
              <a:defRPr sz="2800">
                <a:solidFill>
                  <a:schemeClr val="dk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ella Respira"/>
              <a:buNone/>
              <a:defRPr sz="2800">
                <a:solidFill>
                  <a:schemeClr val="dk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ella Respira"/>
              <a:buNone/>
              <a:defRPr sz="2800">
                <a:solidFill>
                  <a:schemeClr val="dk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ella Respira"/>
              <a:buNone/>
              <a:defRPr sz="2800">
                <a:solidFill>
                  <a:schemeClr val="dk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ella Respira"/>
              <a:buNone/>
              <a:defRPr sz="2800">
                <a:solidFill>
                  <a:schemeClr val="dk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ella Respira"/>
              <a:buNone/>
              <a:defRPr sz="2800">
                <a:solidFill>
                  <a:schemeClr val="dk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3010150" y="1510025"/>
            <a:ext cx="5522700" cy="20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Font typeface="DM Sans"/>
              <a:buChar char="●"/>
              <a:defRPr sz="1600">
                <a:latin typeface="DM Sans"/>
                <a:ea typeface="DM Sans"/>
                <a:cs typeface="DM Sans"/>
                <a:sym typeface="DM Sans"/>
              </a:defRPr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Font typeface="DM Sans"/>
              <a:buChar char="○"/>
              <a:defRPr sz="1600">
                <a:latin typeface="DM Sans"/>
                <a:ea typeface="DM Sans"/>
                <a:cs typeface="DM Sans"/>
                <a:sym typeface="DM Sans"/>
              </a:defRPr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Font typeface="DM Sans"/>
              <a:buChar char="■"/>
              <a:defRPr sz="1600">
                <a:latin typeface="DM Sans"/>
                <a:ea typeface="DM Sans"/>
                <a:cs typeface="DM Sans"/>
                <a:sym typeface="DM Sans"/>
              </a:defRPr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Font typeface="DM Sans"/>
              <a:buChar char="●"/>
              <a:defRPr sz="1600">
                <a:latin typeface="DM Sans"/>
                <a:ea typeface="DM Sans"/>
                <a:cs typeface="DM Sans"/>
                <a:sym typeface="DM Sans"/>
              </a:defRPr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Font typeface="DM Sans"/>
              <a:buChar char="○"/>
              <a:defRPr sz="1600">
                <a:latin typeface="DM Sans"/>
                <a:ea typeface="DM Sans"/>
                <a:cs typeface="DM Sans"/>
                <a:sym typeface="DM Sans"/>
              </a:defRPr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Font typeface="DM Sans"/>
              <a:buChar char="■"/>
              <a:defRPr sz="1600">
                <a:latin typeface="DM Sans"/>
                <a:ea typeface="DM Sans"/>
                <a:cs typeface="DM Sans"/>
                <a:sym typeface="DM Sans"/>
              </a:defRPr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Font typeface="DM Sans"/>
              <a:buChar char="●"/>
              <a:defRPr sz="1600">
                <a:latin typeface="DM Sans"/>
                <a:ea typeface="DM Sans"/>
                <a:cs typeface="DM Sans"/>
                <a:sym typeface="DM Sans"/>
              </a:defRPr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Font typeface="DM Sans"/>
              <a:buChar char="○"/>
              <a:defRPr sz="1600">
                <a:latin typeface="DM Sans"/>
                <a:ea typeface="DM Sans"/>
                <a:cs typeface="DM Sans"/>
                <a:sym typeface="DM Sans"/>
              </a:defRPr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Font typeface="DM Sans"/>
              <a:buChar char="■"/>
              <a:defRPr sz="16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61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6" name="Google Shape;456;p61"/>
          <p:cNvSpPr txBox="1"/>
          <p:nvPr>
            <p:ph type="title"/>
          </p:nvPr>
        </p:nvSpPr>
        <p:spPr>
          <a:xfrm>
            <a:off x="402800" y="197225"/>
            <a:ext cx="6537900" cy="12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BM Plex Sans"/>
              <a:buNone/>
              <a:defRPr sz="30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457" name="Google Shape;457;p61"/>
          <p:cNvSpPr txBox="1"/>
          <p:nvPr>
            <p:ph idx="2" type="body"/>
          </p:nvPr>
        </p:nvSpPr>
        <p:spPr>
          <a:xfrm>
            <a:off x="3439325" y="1502775"/>
            <a:ext cx="5344800" cy="24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19" r:id="rId13"/>
    <p:sldLayoutId id="2147483720" r:id="rId14"/>
    <p:sldLayoutId id="2147483721" r:id="rId15"/>
    <p:sldLayoutId id="2147483722" r:id="rId16"/>
    <p:sldLayoutId id="2147483723" r:id="rId17"/>
    <p:sldLayoutId id="2147483724" r:id="rId18"/>
    <p:sldLayoutId id="2147483725" r:id="rId19"/>
    <p:sldLayoutId id="2147483726" r:id="rId20"/>
    <p:sldLayoutId id="2147483727" r:id="rId21"/>
    <p:sldLayoutId id="2147483728" r:id="rId22"/>
    <p:sldLayoutId id="2147483729" r:id="rId23"/>
    <p:sldLayoutId id="2147483730" r:id="rId24"/>
    <p:sldLayoutId id="2147483731" r:id="rId25"/>
    <p:sldLayoutId id="2147483732" r:id="rId26"/>
    <p:sldLayoutId id="2147483733" r:id="rId27"/>
    <p:sldLayoutId id="2147483734" r:id="rId28"/>
    <p:sldLayoutId id="2147483735" r:id="rId29"/>
    <p:sldLayoutId id="2147483736" r:id="rId30"/>
    <p:sldLayoutId id="2147483737" r:id="rId31"/>
    <p:sldLayoutId id="2147483738" r:id="rId32"/>
    <p:sldLayoutId id="2147483739" r:id="rId33"/>
    <p:sldLayoutId id="2147483740" r:id="rId34"/>
    <p:sldLayoutId id="2147483741" r:id="rId35"/>
    <p:sldLayoutId id="2147483742" r:id="rId36"/>
    <p:sldLayoutId id="2147483743" r:id="rId37"/>
    <p:sldLayoutId id="2147483744" r:id="rId38"/>
    <p:sldLayoutId id="2147483745" r:id="rId39"/>
    <p:sldLayoutId id="2147483746" r:id="rId40"/>
    <p:sldLayoutId id="2147483747" r:id="rId41"/>
    <p:sldLayoutId id="2147483748" r:id="rId42"/>
    <p:sldLayoutId id="2147483749" r:id="rId43"/>
    <p:sldLayoutId id="2147483750" r:id="rId44"/>
    <p:sldLayoutId id="2147483751" r:id="rId45"/>
    <p:sldLayoutId id="2147483752" r:id="rId46"/>
    <p:sldLayoutId id="2147483753" r:id="rId47"/>
    <p:sldLayoutId id="2147483754" r:id="rId48"/>
    <p:sldLayoutId id="2147483755" r:id="rId4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0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://drive.google.com/file/d/1M3IZqE3lBwU5fU3v_b7gvrmDW0bUjDtG/view" TargetMode="External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6" name="Shape 1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7" name="Google Shape;1337;p111"/>
          <p:cNvSpPr txBox="1"/>
          <p:nvPr>
            <p:ph idx="2" type="subTitle"/>
          </p:nvPr>
        </p:nvSpPr>
        <p:spPr>
          <a:xfrm>
            <a:off x="0" y="2721375"/>
            <a:ext cx="2898600" cy="14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Song Myung"/>
                <a:ea typeface="Song Myung"/>
                <a:cs typeface="Song Myung"/>
                <a:sym typeface="Song Myung"/>
              </a:rPr>
              <a:t>Group 4</a:t>
            </a:r>
            <a:endParaRPr sz="1300">
              <a:solidFill>
                <a:schemeClr val="dk1"/>
              </a:solidFill>
              <a:latin typeface="Song Myung"/>
              <a:ea typeface="Song Myung"/>
              <a:cs typeface="Song Myung"/>
              <a:sym typeface="Song Myung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Song Myung"/>
              <a:buChar char="●"/>
            </a:pPr>
            <a:r>
              <a:rPr lang="en" sz="1300">
                <a:solidFill>
                  <a:schemeClr val="dk1"/>
                </a:solidFill>
                <a:latin typeface="Song Myung"/>
                <a:ea typeface="Song Myung"/>
                <a:cs typeface="Song Myung"/>
                <a:sym typeface="Song Myung"/>
              </a:rPr>
              <a:t>Sandesh Manjunath Raykar</a:t>
            </a:r>
            <a:endParaRPr sz="1300">
              <a:solidFill>
                <a:schemeClr val="dk1"/>
              </a:solidFill>
              <a:latin typeface="Song Myung"/>
              <a:ea typeface="Song Myung"/>
              <a:cs typeface="Song Myung"/>
              <a:sym typeface="Song Myung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Song Myung"/>
              <a:buChar char="●"/>
            </a:pPr>
            <a:r>
              <a:rPr lang="en" sz="1300">
                <a:solidFill>
                  <a:schemeClr val="dk1"/>
                </a:solidFill>
                <a:latin typeface="Song Myung"/>
                <a:ea typeface="Song Myung"/>
                <a:cs typeface="Song Myung"/>
                <a:sym typeface="Song Myung"/>
              </a:rPr>
              <a:t>Fumiya Nagatomo</a:t>
            </a:r>
            <a:endParaRPr sz="1300">
              <a:solidFill>
                <a:schemeClr val="dk1"/>
              </a:solidFill>
              <a:latin typeface="Song Myung"/>
              <a:ea typeface="Song Myung"/>
              <a:cs typeface="Song Myung"/>
              <a:sym typeface="Song Myung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Song Myung"/>
              <a:buChar char="●"/>
            </a:pPr>
            <a:r>
              <a:rPr lang="en" sz="1300">
                <a:solidFill>
                  <a:schemeClr val="dk1"/>
                </a:solidFill>
                <a:latin typeface="Song Myung"/>
                <a:ea typeface="Song Myung"/>
                <a:cs typeface="Song Myung"/>
                <a:sym typeface="Song Myung"/>
              </a:rPr>
              <a:t>Vinay A Patil</a:t>
            </a:r>
            <a:endParaRPr sz="1300">
              <a:solidFill>
                <a:schemeClr val="dk1"/>
              </a:solidFill>
              <a:latin typeface="Song Myung"/>
              <a:ea typeface="Song Myung"/>
              <a:cs typeface="Song Myung"/>
              <a:sym typeface="Song Myung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Song Myung"/>
              <a:buChar char="●"/>
            </a:pPr>
            <a:r>
              <a:rPr lang="en" sz="1300">
                <a:solidFill>
                  <a:schemeClr val="dk1"/>
                </a:solidFill>
                <a:latin typeface="Song Myung"/>
                <a:ea typeface="Song Myung"/>
                <a:cs typeface="Song Myung"/>
                <a:sym typeface="Song Myung"/>
              </a:rPr>
              <a:t>Daniel Lee</a:t>
            </a:r>
            <a:endParaRPr sz="1300">
              <a:solidFill>
                <a:schemeClr val="dk1"/>
              </a:solidFill>
              <a:latin typeface="Song Myung"/>
              <a:ea typeface="Song Myung"/>
              <a:cs typeface="Song Myung"/>
              <a:sym typeface="Song Myung"/>
            </a:endParaRPr>
          </a:p>
        </p:txBody>
      </p:sp>
      <p:sp>
        <p:nvSpPr>
          <p:cNvPr id="1338" name="Google Shape;1338;p111"/>
          <p:cNvSpPr txBox="1"/>
          <p:nvPr>
            <p:ph type="title"/>
          </p:nvPr>
        </p:nvSpPr>
        <p:spPr>
          <a:xfrm>
            <a:off x="0" y="0"/>
            <a:ext cx="5876700" cy="205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latin typeface="Song Myung"/>
                <a:ea typeface="Song Myung"/>
                <a:cs typeface="Song Myung"/>
                <a:sym typeface="Song Myung"/>
              </a:rPr>
              <a:t>Loan Approval Prediction using Machine Learning </a:t>
            </a:r>
            <a:endParaRPr sz="5000">
              <a:latin typeface="Song Myung"/>
              <a:ea typeface="Song Myung"/>
              <a:cs typeface="Song Myung"/>
              <a:sym typeface="Song Myung"/>
            </a:endParaRPr>
          </a:p>
        </p:txBody>
      </p:sp>
      <p:sp>
        <p:nvSpPr>
          <p:cNvPr id="1339" name="Google Shape;1339;p111"/>
          <p:cNvSpPr txBox="1"/>
          <p:nvPr>
            <p:ph idx="2" type="subTitle"/>
          </p:nvPr>
        </p:nvSpPr>
        <p:spPr>
          <a:xfrm>
            <a:off x="63225" y="2178025"/>
            <a:ext cx="4259400" cy="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Song Myung"/>
              <a:buNone/>
            </a:pPr>
            <a:r>
              <a:rPr lang="en" sz="1300">
                <a:latin typeface="Song Myung"/>
                <a:ea typeface="Song Myung"/>
                <a:cs typeface="Song Myung"/>
                <a:sym typeface="Song Myung"/>
              </a:rPr>
              <a:t>Accurate &amp; Explainable Loan Decision System</a:t>
            </a:r>
            <a:endParaRPr sz="1300">
              <a:latin typeface="Song Myung"/>
              <a:ea typeface="Song Myung"/>
              <a:cs typeface="Song Myung"/>
              <a:sym typeface="Song Myung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3" name="Shape 1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4" name="Google Shape;1344;p112"/>
          <p:cNvSpPr txBox="1"/>
          <p:nvPr>
            <p:ph idx="3" type="title"/>
          </p:nvPr>
        </p:nvSpPr>
        <p:spPr>
          <a:xfrm>
            <a:off x="0" y="0"/>
            <a:ext cx="91440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Song Myung"/>
                <a:ea typeface="Song Myung"/>
                <a:cs typeface="Song Myung"/>
                <a:sym typeface="Song Myung"/>
              </a:rPr>
              <a:t>Application Context </a:t>
            </a:r>
            <a:endParaRPr sz="3000">
              <a:latin typeface="Song Myung"/>
              <a:ea typeface="Song Myung"/>
              <a:cs typeface="Song Myung"/>
              <a:sym typeface="Song Myung"/>
            </a:endParaRPr>
          </a:p>
        </p:txBody>
      </p:sp>
      <p:sp>
        <p:nvSpPr>
          <p:cNvPr id="1345" name="Google Shape;1345;p112"/>
          <p:cNvSpPr txBox="1"/>
          <p:nvPr>
            <p:ph idx="15" type="subTitle"/>
          </p:nvPr>
        </p:nvSpPr>
        <p:spPr>
          <a:xfrm>
            <a:off x="5848050" y="872600"/>
            <a:ext cx="3194700" cy="30939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Song Myung"/>
                <a:ea typeface="Song Myung"/>
                <a:cs typeface="Song Myung"/>
                <a:sym typeface="Song Myung"/>
              </a:rPr>
              <a:t>Why Loan Approval Matters</a:t>
            </a:r>
            <a:endParaRPr sz="1500">
              <a:latin typeface="Song Myung"/>
              <a:ea typeface="Song Myung"/>
              <a:cs typeface="Song Myung"/>
              <a:sym typeface="Song Myung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Song Myung"/>
              <a:buChar char="●"/>
            </a:pPr>
            <a:r>
              <a:rPr lang="en" sz="1500">
                <a:latin typeface="Song Myung"/>
                <a:ea typeface="Song Myung"/>
                <a:cs typeface="Song Myung"/>
                <a:sym typeface="Song Myung"/>
              </a:rPr>
              <a:t>High-stakes financial decision </a:t>
            </a:r>
            <a:endParaRPr sz="1500">
              <a:latin typeface="Song Myung"/>
              <a:ea typeface="Song Myung"/>
              <a:cs typeface="Song Myung"/>
              <a:sym typeface="Song Myung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Song Myung"/>
              <a:buChar char="●"/>
            </a:pPr>
            <a:r>
              <a:rPr lang="en" sz="1500">
                <a:latin typeface="Song Myung"/>
                <a:ea typeface="Song Myung"/>
                <a:cs typeface="Song Myung"/>
                <a:sym typeface="Song Myung"/>
              </a:rPr>
              <a:t>Incorrect decisions → financial loss </a:t>
            </a:r>
            <a:endParaRPr sz="1500">
              <a:latin typeface="Song Myung"/>
              <a:ea typeface="Song Myung"/>
              <a:cs typeface="Song Myung"/>
              <a:sym typeface="Song Myung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Font typeface="Song Myung"/>
              <a:buChar char="○"/>
            </a:pPr>
            <a:r>
              <a:rPr lang="en" sz="1500">
                <a:latin typeface="Song Myung"/>
                <a:ea typeface="Song Myung"/>
                <a:cs typeface="Song Myung"/>
                <a:sym typeface="Song Myung"/>
              </a:rPr>
              <a:t>Approve risky applicants → default risk </a:t>
            </a:r>
            <a:endParaRPr sz="1500">
              <a:latin typeface="Song Myung"/>
              <a:ea typeface="Song Myung"/>
              <a:cs typeface="Song Myung"/>
              <a:sym typeface="Song Myung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Font typeface="Song Myung"/>
              <a:buChar char="○"/>
            </a:pPr>
            <a:r>
              <a:rPr lang="en" sz="1500">
                <a:latin typeface="Song Myung"/>
                <a:ea typeface="Song Myung"/>
                <a:cs typeface="Song Myung"/>
                <a:sym typeface="Song Myung"/>
              </a:rPr>
              <a:t>Reject good applicants → lost opportunities </a:t>
            </a:r>
            <a:endParaRPr sz="1500">
              <a:latin typeface="Song Myung"/>
              <a:ea typeface="Song Myung"/>
              <a:cs typeface="Song Myung"/>
              <a:sym typeface="Song Myung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Song Myung"/>
                <a:ea typeface="Song Myung"/>
                <a:cs typeface="Song Myung"/>
                <a:sym typeface="Song Myung"/>
              </a:rPr>
              <a:t>Goal </a:t>
            </a:r>
            <a:endParaRPr sz="1500">
              <a:latin typeface="Song Myung"/>
              <a:ea typeface="Song Myung"/>
              <a:cs typeface="Song Myung"/>
              <a:sym typeface="Song Myung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Song Myung"/>
              <a:buChar char="●"/>
            </a:pPr>
            <a:r>
              <a:rPr lang="en" sz="1500">
                <a:latin typeface="Song Myung"/>
                <a:ea typeface="Song Myung"/>
                <a:cs typeface="Song Myung"/>
                <a:sym typeface="Song Myung"/>
              </a:rPr>
              <a:t>Predict loan approval using applicant data </a:t>
            </a:r>
            <a:endParaRPr sz="1500">
              <a:latin typeface="Song Myung"/>
              <a:ea typeface="Song Myung"/>
              <a:cs typeface="Song Myung"/>
              <a:sym typeface="Song Myung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Song Myung"/>
              <a:buChar char="●"/>
            </a:pPr>
            <a:r>
              <a:rPr lang="en" sz="1500">
                <a:latin typeface="Song Myung"/>
                <a:ea typeface="Song Myung"/>
                <a:cs typeface="Song Myung"/>
                <a:sym typeface="Song Myung"/>
              </a:rPr>
              <a:t>Enable automated, data-driven decisions</a:t>
            </a:r>
            <a:endParaRPr sz="1500">
              <a:latin typeface="Song Myung"/>
              <a:ea typeface="Song Myung"/>
              <a:cs typeface="Song Myung"/>
              <a:sym typeface="Song Myung"/>
            </a:endParaRPr>
          </a:p>
        </p:txBody>
      </p:sp>
      <p:pic>
        <p:nvPicPr>
          <p:cNvPr id="1346" name="Google Shape;1346;p112" title="cibil_vs_approva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4950" y="693713"/>
            <a:ext cx="5544251" cy="327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7" name="Google Shape;1347;p112"/>
          <p:cNvSpPr txBox="1"/>
          <p:nvPr>
            <p:ph idx="15" type="subTitle"/>
          </p:nvPr>
        </p:nvSpPr>
        <p:spPr>
          <a:xfrm>
            <a:off x="174925" y="4131225"/>
            <a:ext cx="5544300" cy="3231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/>
          <a:p>
            <a:pPr indent="-228600" lvl="0" marL="457200" rtl="0" algn="ctr">
              <a:spcBef>
                <a:spcPts val="0"/>
              </a:spcBef>
              <a:spcAft>
                <a:spcPts val="0"/>
              </a:spcAft>
              <a:buSzPts val="1500"/>
              <a:buFont typeface="Song Myung"/>
              <a:buNone/>
            </a:pPr>
            <a:r>
              <a:rPr lang="en" sz="1400">
                <a:latin typeface="Song Myung"/>
                <a:ea typeface="Song Myung"/>
                <a:cs typeface="Song Myung"/>
                <a:sym typeface="Song Myung"/>
              </a:rPr>
              <a:t>Approval probability increases with credit score </a:t>
            </a:r>
            <a:endParaRPr sz="1400">
              <a:latin typeface="Song Myung"/>
              <a:ea typeface="Song Myung"/>
              <a:cs typeface="Song Myung"/>
              <a:sym typeface="Song Myung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1" name="Shape 1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2" name="Google Shape;1352;p113"/>
          <p:cNvSpPr txBox="1"/>
          <p:nvPr>
            <p:ph idx="4294967295" type="subTitle"/>
          </p:nvPr>
        </p:nvSpPr>
        <p:spPr>
          <a:xfrm>
            <a:off x="0" y="0"/>
            <a:ext cx="3759600" cy="283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500"/>
              <a:buFont typeface="Song Myung"/>
              <a:buNone/>
            </a:pPr>
            <a:r>
              <a:rPr b="1" lang="en" sz="2000">
                <a:latin typeface="Song Myung"/>
                <a:ea typeface="Song Myung"/>
                <a:cs typeface="Song Myung"/>
                <a:sym typeface="Song Myung"/>
              </a:rPr>
              <a:t>Key Technology</a:t>
            </a:r>
            <a:endParaRPr b="1" sz="2000">
              <a:latin typeface="Song Myung"/>
              <a:ea typeface="Song Myung"/>
              <a:cs typeface="Song Myung"/>
              <a:sym typeface="Song Myung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500"/>
              <a:buFont typeface="Song Myung"/>
              <a:buNone/>
            </a:pPr>
            <a:r>
              <a:t/>
            </a:r>
            <a:endParaRPr b="1" sz="2000">
              <a:latin typeface="Song Myung"/>
              <a:ea typeface="Song Myung"/>
              <a:cs typeface="Song Myung"/>
              <a:sym typeface="Song Myung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500"/>
              <a:buFont typeface="Song Myung"/>
              <a:buNone/>
            </a:pPr>
            <a:r>
              <a:rPr b="1" lang="en" sz="1200">
                <a:latin typeface="Song Myung"/>
                <a:ea typeface="Song Myung"/>
                <a:cs typeface="Song Myung"/>
                <a:sym typeface="Song Myung"/>
              </a:rPr>
              <a:t>Modeling</a:t>
            </a:r>
            <a:endParaRPr sz="1200">
              <a:latin typeface="Song Myung"/>
              <a:ea typeface="Song Myung"/>
              <a:cs typeface="Song Myung"/>
              <a:sym typeface="Song Myung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Song Myung"/>
              <a:buChar char="●"/>
            </a:pPr>
            <a:r>
              <a:rPr lang="en" sz="1200">
                <a:latin typeface="Song Myung"/>
                <a:ea typeface="Song Myung"/>
                <a:cs typeface="Song Myung"/>
                <a:sym typeface="Song Myung"/>
              </a:rPr>
              <a:t>Logistic Regression (baseline)</a:t>
            </a:r>
            <a:endParaRPr sz="1200">
              <a:latin typeface="Song Myung"/>
              <a:ea typeface="Song Myung"/>
              <a:cs typeface="Song Myung"/>
              <a:sym typeface="Song Myung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Song Myung"/>
              <a:buChar char="●"/>
            </a:pPr>
            <a:r>
              <a:rPr lang="en" sz="1200">
                <a:latin typeface="Song Myung"/>
                <a:ea typeface="Song Myung"/>
                <a:cs typeface="Song Myung"/>
                <a:sym typeface="Song Myung"/>
              </a:rPr>
              <a:t>Random Forest (primary model) </a:t>
            </a:r>
            <a:endParaRPr sz="1200">
              <a:latin typeface="Song Myung"/>
              <a:ea typeface="Song Myung"/>
              <a:cs typeface="Song Myung"/>
              <a:sym typeface="Song Myung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Song Myung"/>
              <a:buChar char="●"/>
            </a:pPr>
            <a:r>
              <a:rPr lang="en" sz="1200">
                <a:latin typeface="Song Myung"/>
                <a:ea typeface="Song Myung"/>
                <a:cs typeface="Song Myung"/>
                <a:sym typeface="Song Myung"/>
              </a:rPr>
              <a:t>XGBoost (performance comparison)</a:t>
            </a:r>
            <a:endParaRPr sz="1200">
              <a:latin typeface="Song Myung"/>
              <a:ea typeface="Song Myung"/>
              <a:cs typeface="Song Myung"/>
              <a:sym typeface="Song Myung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Song Myung"/>
                <a:ea typeface="Song Myung"/>
                <a:cs typeface="Song Myung"/>
                <a:sym typeface="Song Myung"/>
              </a:rPr>
              <a:t> </a:t>
            </a:r>
            <a:endParaRPr sz="1200">
              <a:latin typeface="Song Myung"/>
              <a:ea typeface="Song Myung"/>
              <a:cs typeface="Song Myung"/>
              <a:sym typeface="Song Myung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500"/>
              <a:buFont typeface="Song Myung"/>
              <a:buNone/>
            </a:pPr>
            <a:r>
              <a:rPr b="1" lang="en" sz="1200">
                <a:latin typeface="Song Myung"/>
                <a:ea typeface="Song Myung"/>
                <a:cs typeface="Song Myung"/>
                <a:sym typeface="Song Myung"/>
              </a:rPr>
              <a:t>Explainability </a:t>
            </a:r>
            <a:endParaRPr b="1" sz="1200">
              <a:latin typeface="Song Myung"/>
              <a:ea typeface="Song Myung"/>
              <a:cs typeface="Song Myung"/>
              <a:sym typeface="Song Myung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Song Myung"/>
              <a:buChar char="●"/>
            </a:pPr>
            <a:r>
              <a:rPr lang="en" sz="1200">
                <a:latin typeface="Song Myung"/>
                <a:ea typeface="Song Myung"/>
                <a:cs typeface="Song Myung"/>
                <a:sym typeface="Song Myung"/>
              </a:rPr>
              <a:t>SHAP (feature contribution analysis) </a:t>
            </a:r>
            <a:endParaRPr sz="1200">
              <a:latin typeface="Song Myung"/>
              <a:ea typeface="Song Myung"/>
              <a:cs typeface="Song Myung"/>
              <a:sym typeface="Song Myung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Song Myung"/>
              <a:ea typeface="Song Myung"/>
              <a:cs typeface="Song Myung"/>
              <a:sym typeface="Song Myung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500"/>
              <a:buFont typeface="Song Myung"/>
              <a:buNone/>
            </a:pPr>
            <a:r>
              <a:rPr b="1" lang="en" sz="1200">
                <a:latin typeface="Song Myung"/>
                <a:ea typeface="Song Myung"/>
                <a:cs typeface="Song Myung"/>
                <a:sym typeface="Song Myung"/>
              </a:rPr>
              <a:t>System Implementation</a:t>
            </a:r>
            <a:r>
              <a:rPr lang="en" sz="1200">
                <a:latin typeface="Song Myung"/>
                <a:ea typeface="Song Myung"/>
                <a:cs typeface="Song Myung"/>
                <a:sym typeface="Song Myung"/>
              </a:rPr>
              <a:t> </a:t>
            </a:r>
            <a:endParaRPr sz="1200">
              <a:latin typeface="Song Myung"/>
              <a:ea typeface="Song Myung"/>
              <a:cs typeface="Song Myung"/>
              <a:sym typeface="Song Myung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Song Myung"/>
              <a:buChar char="●"/>
            </a:pPr>
            <a:r>
              <a:rPr lang="en" sz="1200">
                <a:latin typeface="Song Myung"/>
                <a:ea typeface="Song Myung"/>
                <a:cs typeface="Song Myung"/>
                <a:sym typeface="Song Myung"/>
              </a:rPr>
              <a:t>Flask backend (prediction API) </a:t>
            </a:r>
            <a:endParaRPr sz="1200">
              <a:latin typeface="Song Myung"/>
              <a:ea typeface="Song Myung"/>
              <a:cs typeface="Song Myung"/>
              <a:sym typeface="Song Myung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Song Myung"/>
              <a:buChar char="●"/>
            </a:pPr>
            <a:r>
              <a:rPr lang="en" sz="1200">
                <a:latin typeface="Song Myung"/>
                <a:ea typeface="Song Myung"/>
                <a:cs typeface="Song Myung"/>
                <a:sym typeface="Song Myung"/>
              </a:rPr>
              <a:t>Trained model (.pkl) for deployment</a:t>
            </a:r>
            <a:endParaRPr sz="1200">
              <a:latin typeface="Song Myung"/>
              <a:ea typeface="Song Myung"/>
              <a:cs typeface="Song Myung"/>
              <a:sym typeface="Song Myung"/>
            </a:endParaRPr>
          </a:p>
        </p:txBody>
      </p:sp>
      <p:sp>
        <p:nvSpPr>
          <p:cNvPr id="1353" name="Google Shape;1353;p113"/>
          <p:cNvSpPr txBox="1"/>
          <p:nvPr>
            <p:ph idx="4294967295" type="subTitle"/>
          </p:nvPr>
        </p:nvSpPr>
        <p:spPr>
          <a:xfrm>
            <a:off x="0" y="2756400"/>
            <a:ext cx="3408000" cy="233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500"/>
              <a:buFont typeface="Song Myung"/>
              <a:buNone/>
            </a:pPr>
            <a:r>
              <a:rPr b="1" lang="en" sz="2000">
                <a:latin typeface="Song Myung"/>
                <a:ea typeface="Song Myung"/>
                <a:cs typeface="Song Myung"/>
                <a:sym typeface="Song Myung"/>
              </a:rPr>
              <a:t>Solution Approach</a:t>
            </a:r>
            <a:endParaRPr b="1" sz="2000">
              <a:latin typeface="Song Myung"/>
              <a:ea typeface="Song Myung"/>
              <a:cs typeface="Song Myung"/>
              <a:sym typeface="Song Myung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Song Myung"/>
                <a:ea typeface="Song Myung"/>
                <a:cs typeface="Song Myung"/>
                <a:sym typeface="Song Myung"/>
              </a:rPr>
              <a:t>Workflow</a:t>
            </a:r>
            <a:endParaRPr b="1" sz="1200">
              <a:latin typeface="Song Myung"/>
              <a:ea typeface="Song Myung"/>
              <a:cs typeface="Song Myung"/>
              <a:sym typeface="Song Myung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Song Myung"/>
              <a:buChar char="●"/>
            </a:pPr>
            <a:r>
              <a:rPr lang="en" sz="1200">
                <a:latin typeface="Song Myung"/>
                <a:ea typeface="Song Myung"/>
                <a:cs typeface="Song Myung"/>
                <a:sym typeface="Song Myung"/>
              </a:rPr>
              <a:t>Preprocess loan dataset </a:t>
            </a:r>
            <a:endParaRPr sz="1200">
              <a:latin typeface="Song Myung"/>
              <a:ea typeface="Song Myung"/>
              <a:cs typeface="Song Myung"/>
              <a:sym typeface="Song Myung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Song Myung"/>
              <a:buChar char="●"/>
            </a:pPr>
            <a:r>
              <a:rPr lang="en" sz="1200">
                <a:latin typeface="Song Myung"/>
                <a:ea typeface="Song Myung"/>
                <a:cs typeface="Song Myung"/>
                <a:sym typeface="Song Myung"/>
              </a:rPr>
              <a:t>Train and evaluate models </a:t>
            </a:r>
            <a:endParaRPr sz="1200">
              <a:latin typeface="Song Myung"/>
              <a:ea typeface="Song Myung"/>
              <a:cs typeface="Song Myung"/>
              <a:sym typeface="Song Myung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Song Myung"/>
              <a:buChar char="●"/>
            </a:pPr>
            <a:r>
              <a:rPr lang="en" sz="1200">
                <a:latin typeface="Song Myung"/>
                <a:ea typeface="Song Myung"/>
                <a:cs typeface="Song Myung"/>
                <a:sym typeface="Song Myung"/>
              </a:rPr>
              <a:t>Predict approval probability </a:t>
            </a:r>
            <a:endParaRPr sz="1200">
              <a:latin typeface="Song Myung"/>
              <a:ea typeface="Song Myung"/>
              <a:cs typeface="Song Myung"/>
              <a:sym typeface="Song Myung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Song Myung"/>
              <a:buChar char="●"/>
            </a:pPr>
            <a:r>
              <a:rPr lang="en" sz="1200">
                <a:latin typeface="Song Myung"/>
                <a:ea typeface="Song Myung"/>
                <a:cs typeface="Song Myung"/>
                <a:sym typeface="Song Myung"/>
              </a:rPr>
              <a:t>Explain predictions using SHAP</a:t>
            </a:r>
            <a:endParaRPr sz="1200">
              <a:latin typeface="Song Myung"/>
              <a:ea typeface="Song Myung"/>
              <a:cs typeface="Song Myung"/>
              <a:sym typeface="Song Myung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Song Myung"/>
              <a:ea typeface="Song Myung"/>
              <a:cs typeface="Song Myung"/>
              <a:sym typeface="Song Myung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Song Myung"/>
                <a:ea typeface="Song Myung"/>
                <a:cs typeface="Song Myung"/>
                <a:sym typeface="Song Myung"/>
              </a:rPr>
              <a:t>Deployment</a:t>
            </a:r>
            <a:r>
              <a:rPr lang="en" sz="1200">
                <a:latin typeface="Song Myung"/>
                <a:ea typeface="Song Myung"/>
                <a:cs typeface="Song Myung"/>
                <a:sym typeface="Song Myung"/>
              </a:rPr>
              <a:t> </a:t>
            </a:r>
            <a:endParaRPr sz="1200">
              <a:latin typeface="Song Myung"/>
              <a:ea typeface="Song Myung"/>
              <a:cs typeface="Song Myung"/>
              <a:sym typeface="Song Myung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Song Myung"/>
              <a:buChar char="●"/>
            </a:pPr>
            <a:r>
              <a:rPr lang="en" sz="1200">
                <a:latin typeface="Song Myung"/>
                <a:ea typeface="Song Myung"/>
                <a:cs typeface="Song Myung"/>
                <a:sym typeface="Song Myung"/>
              </a:rPr>
              <a:t>Input: applicant features </a:t>
            </a:r>
            <a:endParaRPr sz="1200">
              <a:latin typeface="Song Myung"/>
              <a:ea typeface="Song Myung"/>
              <a:cs typeface="Song Myung"/>
              <a:sym typeface="Song Myung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Song Myung"/>
              <a:buChar char="●"/>
            </a:pPr>
            <a:r>
              <a:rPr lang="en" sz="1200">
                <a:latin typeface="Song Myung"/>
                <a:ea typeface="Song Myung"/>
                <a:cs typeface="Song Myung"/>
                <a:sym typeface="Song Myung"/>
              </a:rPr>
              <a:t>Output: approval decision + probability + explanation</a:t>
            </a:r>
            <a:endParaRPr sz="1200">
              <a:latin typeface="Song Myung"/>
              <a:ea typeface="Song Myung"/>
              <a:cs typeface="Song Myung"/>
              <a:sym typeface="Song Myung"/>
            </a:endParaRPr>
          </a:p>
        </p:txBody>
      </p:sp>
      <p:sp>
        <p:nvSpPr>
          <p:cNvPr id="1354" name="Google Shape;1354;p113"/>
          <p:cNvSpPr txBox="1"/>
          <p:nvPr>
            <p:ph idx="4294967295" type="subTitle"/>
          </p:nvPr>
        </p:nvSpPr>
        <p:spPr>
          <a:xfrm>
            <a:off x="3759600" y="3934525"/>
            <a:ext cx="5079600" cy="55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Song Myung"/>
                <a:ea typeface="Song Myung"/>
                <a:cs typeface="Song Myung"/>
                <a:sym typeface="Song Myung"/>
              </a:rPr>
              <a:t>The system predicts approval probability and explains decisions in real time</a:t>
            </a:r>
            <a:endParaRPr sz="1200">
              <a:latin typeface="Song Myung"/>
              <a:ea typeface="Song Myung"/>
              <a:cs typeface="Song Myung"/>
              <a:sym typeface="Song Myung"/>
            </a:endParaRPr>
          </a:p>
        </p:txBody>
      </p:sp>
      <p:pic>
        <p:nvPicPr>
          <p:cNvPr id="1355" name="Google Shape;1355;p113" title="rf_prediction_distributi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59600" y="941675"/>
            <a:ext cx="5079599" cy="27838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9" name="Shape 1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0" name="Google Shape;1360;p114"/>
          <p:cNvSpPr txBox="1"/>
          <p:nvPr>
            <p:ph idx="4" type="title"/>
          </p:nvPr>
        </p:nvSpPr>
        <p:spPr>
          <a:xfrm>
            <a:off x="0" y="0"/>
            <a:ext cx="9144000" cy="40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Song Myung"/>
                <a:ea typeface="Song Myung"/>
                <a:cs typeface="Song Myung"/>
                <a:sym typeface="Song Myung"/>
              </a:rPr>
              <a:t>Train / Test split</a:t>
            </a:r>
            <a:endParaRPr sz="2000">
              <a:latin typeface="Song Myung"/>
              <a:ea typeface="Song Myung"/>
              <a:cs typeface="Song Myung"/>
              <a:sym typeface="Song Myung"/>
            </a:endParaRPr>
          </a:p>
        </p:txBody>
      </p:sp>
      <p:sp>
        <p:nvSpPr>
          <p:cNvPr id="1361" name="Google Shape;1361;p114"/>
          <p:cNvSpPr txBox="1"/>
          <p:nvPr>
            <p:ph idx="4" type="title"/>
          </p:nvPr>
        </p:nvSpPr>
        <p:spPr>
          <a:xfrm>
            <a:off x="541925" y="3137425"/>
            <a:ext cx="3385500" cy="146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Song Myung"/>
                <a:ea typeface="Song Myung"/>
                <a:cs typeface="Song Myung"/>
                <a:sym typeface="Song Myung"/>
              </a:rPr>
              <a:t>Why 80/20? </a:t>
            </a:r>
            <a:endParaRPr sz="1300">
              <a:latin typeface="Song Myung"/>
              <a:ea typeface="Song Myung"/>
              <a:cs typeface="Song Myung"/>
              <a:sym typeface="Song Myung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Song Myung"/>
              <a:buChar char="●"/>
            </a:pPr>
            <a:r>
              <a:rPr lang="en" sz="1300">
                <a:latin typeface="Song Myung"/>
                <a:ea typeface="Song Myung"/>
                <a:cs typeface="Song Myung"/>
                <a:sym typeface="Song Myung"/>
              </a:rPr>
              <a:t>Balance learning &amp; evaluation </a:t>
            </a:r>
            <a:endParaRPr sz="1300">
              <a:latin typeface="Song Myung"/>
              <a:ea typeface="Song Myung"/>
              <a:cs typeface="Song Myung"/>
              <a:sym typeface="Song Myung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Song Myung"/>
              <a:buChar char="●"/>
            </a:pPr>
            <a:r>
              <a:rPr lang="en" sz="1300">
                <a:latin typeface="Song Myung"/>
                <a:ea typeface="Song Myung"/>
                <a:cs typeface="Song Myung"/>
                <a:sym typeface="Song Myung"/>
              </a:rPr>
              <a:t>Prevent data leakage </a:t>
            </a:r>
            <a:endParaRPr sz="1300">
              <a:latin typeface="Song Myung"/>
              <a:ea typeface="Song Myung"/>
              <a:cs typeface="Song Myung"/>
              <a:sym typeface="Song Myung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Song Myung"/>
              <a:buChar char="●"/>
            </a:pPr>
            <a:r>
              <a:rPr lang="en" sz="1300">
                <a:latin typeface="Song Myung"/>
                <a:ea typeface="Song Myung"/>
                <a:cs typeface="Song Myung"/>
                <a:sym typeface="Song Myung"/>
              </a:rPr>
              <a:t>Reliable performance check </a:t>
            </a:r>
            <a:endParaRPr sz="1300">
              <a:latin typeface="Song Myung"/>
              <a:ea typeface="Song Myung"/>
              <a:cs typeface="Song Myung"/>
              <a:sym typeface="Song Myung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Song Myung"/>
              <a:buChar char="●"/>
            </a:pPr>
            <a:r>
              <a:rPr lang="en" sz="1300">
                <a:latin typeface="Song Myung"/>
                <a:ea typeface="Song Myung"/>
                <a:cs typeface="Song Myung"/>
                <a:sym typeface="Song Myung"/>
              </a:rPr>
              <a:t>Reproducible (random_state=42)</a:t>
            </a:r>
            <a:endParaRPr sz="1300">
              <a:latin typeface="Song Myung"/>
              <a:ea typeface="Song Myung"/>
              <a:cs typeface="Song Myung"/>
              <a:sym typeface="Song Myung"/>
            </a:endParaRPr>
          </a:p>
        </p:txBody>
      </p:sp>
      <p:sp>
        <p:nvSpPr>
          <p:cNvPr id="1362" name="Google Shape;1362;p114"/>
          <p:cNvSpPr txBox="1"/>
          <p:nvPr>
            <p:ph idx="4" type="title"/>
          </p:nvPr>
        </p:nvSpPr>
        <p:spPr>
          <a:xfrm>
            <a:off x="5471075" y="3337800"/>
            <a:ext cx="3600000" cy="175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Song Myung"/>
                <a:ea typeface="Song Myung"/>
                <a:cs typeface="Song Myung"/>
                <a:sym typeface="Song Myung"/>
              </a:rPr>
              <a:t>Random Forest </a:t>
            </a:r>
            <a:endParaRPr sz="1400">
              <a:latin typeface="Song Myung"/>
              <a:ea typeface="Song Myung"/>
              <a:cs typeface="Song Myung"/>
              <a:sym typeface="Song Myung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Song Myung"/>
              <a:buChar char="●"/>
            </a:pPr>
            <a:r>
              <a:rPr lang="en" sz="1400">
                <a:latin typeface="Song Myung"/>
                <a:ea typeface="Song Myung"/>
                <a:cs typeface="Song Myung"/>
                <a:sym typeface="Song Myung"/>
              </a:rPr>
              <a:t>Multiple decision trees </a:t>
            </a:r>
            <a:endParaRPr sz="1400">
              <a:latin typeface="Song Myung"/>
              <a:ea typeface="Song Myung"/>
              <a:cs typeface="Song Myung"/>
              <a:sym typeface="Song Myung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Song Myung"/>
              <a:buChar char="●"/>
            </a:pPr>
            <a:r>
              <a:rPr lang="en" sz="1400">
                <a:latin typeface="Song Myung"/>
                <a:ea typeface="Song Myung"/>
                <a:cs typeface="Song Myung"/>
                <a:sym typeface="Song Myung"/>
              </a:rPr>
              <a:t>Each predicts Approved / Rejected </a:t>
            </a:r>
            <a:endParaRPr sz="1400">
              <a:latin typeface="Song Myung"/>
              <a:ea typeface="Song Myung"/>
              <a:cs typeface="Song Myung"/>
              <a:sym typeface="Song Myung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Song Myung"/>
              <a:ea typeface="Song Myung"/>
              <a:cs typeface="Song Myung"/>
              <a:sym typeface="Song Myung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Song Myung"/>
                <a:ea typeface="Song Myung"/>
                <a:cs typeface="Song Myung"/>
                <a:sym typeface="Song Myung"/>
              </a:rPr>
              <a:t>Majority Vote </a:t>
            </a:r>
            <a:endParaRPr sz="1400">
              <a:latin typeface="Song Myung"/>
              <a:ea typeface="Song Myung"/>
              <a:cs typeface="Song Myung"/>
              <a:sym typeface="Song Myung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Song Myung"/>
              <a:buChar char="●"/>
            </a:pPr>
            <a:r>
              <a:rPr lang="en" sz="1400">
                <a:latin typeface="Song Myung"/>
                <a:ea typeface="Song Myung"/>
                <a:cs typeface="Song Myung"/>
                <a:sym typeface="Song Myung"/>
              </a:rPr>
              <a:t>Combine predictions </a:t>
            </a:r>
            <a:endParaRPr sz="1400">
              <a:latin typeface="Song Myung"/>
              <a:ea typeface="Song Myung"/>
              <a:cs typeface="Song Myung"/>
              <a:sym typeface="Song Myung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Song Myung"/>
              <a:buChar char="●"/>
            </a:pPr>
            <a:r>
              <a:rPr lang="en" sz="1400">
                <a:latin typeface="Song Myung"/>
                <a:ea typeface="Song Myung"/>
                <a:cs typeface="Song Myung"/>
                <a:sym typeface="Song Myung"/>
              </a:rPr>
              <a:t>Example: 65 vs 35 → Approved</a:t>
            </a:r>
            <a:endParaRPr sz="1400">
              <a:latin typeface="Song Myung"/>
              <a:ea typeface="Song Myung"/>
              <a:cs typeface="Song Myung"/>
              <a:sym typeface="Song Myung"/>
            </a:endParaRPr>
          </a:p>
        </p:txBody>
      </p:sp>
      <p:graphicFrame>
        <p:nvGraphicFramePr>
          <p:cNvPr id="1363" name="Google Shape;1363;p114"/>
          <p:cNvGraphicFramePr/>
          <p:nvPr/>
        </p:nvGraphicFramePr>
        <p:xfrm>
          <a:off x="181575" y="13795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{EB7C43CF-BA6C-4135-BA5B-E0DD89FA294D}</a:tableStyleId>
              </a:tblPr>
              <a:tblGrid>
                <a:gridCol w="1074100"/>
                <a:gridCol w="784775"/>
                <a:gridCol w="537475"/>
                <a:gridCol w="1900100"/>
              </a:tblGrid>
              <a:tr h="206575"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Song Myung"/>
                          <a:ea typeface="Song Myung"/>
                          <a:cs typeface="Song Myung"/>
                          <a:sym typeface="Song Myung"/>
                        </a:rPr>
                        <a:t>Total Dataset:</a:t>
                      </a:r>
                      <a:r>
                        <a:rPr lang="en" sz="1200">
                          <a:latin typeface="Song Myung"/>
                          <a:ea typeface="Song Myung"/>
                          <a:cs typeface="Song Myung"/>
                          <a:sym typeface="Song Myung"/>
                        </a:rPr>
                        <a:t> 4,269 applications </a:t>
                      </a:r>
                      <a:endParaRPr sz="1200">
                        <a:latin typeface="Song Myung"/>
                        <a:ea typeface="Song Myung"/>
                        <a:cs typeface="Song Myung"/>
                        <a:sym typeface="Song Myung"/>
                      </a:endParaRPr>
                    </a:p>
                  </a:txBody>
                  <a:tcPr marT="91425" marB="91425" marR="91425" marL="91425" anchor="ctr">
                    <a:solidFill>
                      <a:schemeClr val="dk1"/>
                    </a:solidFill>
                  </a:tcPr>
                </a:tc>
                <a:tc hMerge="1"/>
                <a:tc hMerge="1"/>
                <a:tc hMerge="1"/>
              </a:tr>
              <a:tr h="206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Song Myung"/>
                          <a:ea typeface="Song Myung"/>
                          <a:cs typeface="Song Myung"/>
                          <a:sym typeface="Song Myung"/>
                        </a:rPr>
                        <a:t>Set</a:t>
                      </a:r>
                      <a:endParaRPr b="1" sz="1200">
                        <a:latin typeface="Song Myung"/>
                        <a:ea typeface="Song Myung"/>
                        <a:cs typeface="Song Myung"/>
                        <a:sym typeface="Song Myung"/>
                      </a:endParaRPr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Song Myung"/>
                          <a:ea typeface="Song Myung"/>
                          <a:cs typeface="Song Myung"/>
                          <a:sym typeface="Song Myung"/>
                        </a:rPr>
                        <a:t>Ratio</a:t>
                      </a:r>
                      <a:endParaRPr b="1" sz="1200">
                        <a:latin typeface="Song Myung"/>
                        <a:ea typeface="Song Myung"/>
                        <a:cs typeface="Song Myung"/>
                        <a:sym typeface="Song Myung"/>
                      </a:endParaRPr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Song Myung"/>
                          <a:ea typeface="Song Myung"/>
                          <a:cs typeface="Song Myung"/>
                          <a:sym typeface="Song Myung"/>
                        </a:rPr>
                        <a:t>Size</a:t>
                      </a:r>
                      <a:endParaRPr b="1" sz="1200">
                        <a:latin typeface="Song Myung"/>
                        <a:ea typeface="Song Myung"/>
                        <a:cs typeface="Song Myung"/>
                        <a:sym typeface="Song Myung"/>
                      </a:endParaRPr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Song Myung"/>
                          <a:ea typeface="Song Myung"/>
                          <a:cs typeface="Song Myung"/>
                          <a:sym typeface="Song Myung"/>
                        </a:rPr>
                        <a:t>Purpose</a:t>
                      </a:r>
                      <a:endParaRPr b="1" sz="1200">
                        <a:latin typeface="Song Myung"/>
                        <a:ea typeface="Song Myung"/>
                        <a:cs typeface="Song Myung"/>
                        <a:sym typeface="Song Myung"/>
                      </a:endParaRPr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</a:tr>
              <a:tr h="206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Song Myung"/>
                          <a:ea typeface="Song Myung"/>
                          <a:cs typeface="Song Myung"/>
                          <a:sym typeface="Song Myung"/>
                        </a:rPr>
                        <a:t>Training</a:t>
                      </a:r>
                      <a:endParaRPr sz="1200">
                        <a:latin typeface="Song Myung"/>
                        <a:ea typeface="Song Myung"/>
                        <a:cs typeface="Song Myung"/>
                        <a:sym typeface="Song Myung"/>
                      </a:endParaRPr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Song Myung"/>
                          <a:ea typeface="Song Myung"/>
                          <a:cs typeface="Song Myung"/>
                          <a:sym typeface="Song Myung"/>
                        </a:rPr>
                        <a:t>80%</a:t>
                      </a:r>
                      <a:endParaRPr sz="1200">
                        <a:latin typeface="Song Myung"/>
                        <a:ea typeface="Song Myung"/>
                        <a:cs typeface="Song Myung"/>
                        <a:sym typeface="Song Myung"/>
                      </a:endParaRPr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Song Myung"/>
                          <a:ea typeface="Song Myung"/>
                          <a:cs typeface="Song Myung"/>
                          <a:sym typeface="Song Myung"/>
                        </a:rPr>
                        <a:t>3,415</a:t>
                      </a:r>
                      <a:endParaRPr sz="1200">
                        <a:latin typeface="Song Myung"/>
                        <a:ea typeface="Song Myung"/>
                        <a:cs typeface="Song Myung"/>
                        <a:sym typeface="Song Myung"/>
                      </a:endParaRPr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Song Myung"/>
                          <a:ea typeface="Song Myung"/>
                          <a:cs typeface="Song Myung"/>
                          <a:sym typeface="Song Myung"/>
                        </a:rPr>
                        <a:t>Learn patterns</a:t>
                      </a:r>
                      <a:endParaRPr sz="1200">
                        <a:latin typeface="Song Myung"/>
                        <a:ea typeface="Song Myung"/>
                        <a:cs typeface="Song Myung"/>
                        <a:sym typeface="Song Myung"/>
                      </a:endParaRPr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</a:tr>
              <a:tr h="309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Song Myung"/>
                          <a:ea typeface="Song Myung"/>
                          <a:cs typeface="Song Myung"/>
                          <a:sym typeface="Song Myung"/>
                        </a:rPr>
                        <a:t>Testing</a:t>
                      </a:r>
                      <a:endParaRPr sz="1200">
                        <a:latin typeface="Song Myung"/>
                        <a:ea typeface="Song Myung"/>
                        <a:cs typeface="Song Myung"/>
                        <a:sym typeface="Song Myung"/>
                      </a:endParaRPr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Song Myung"/>
                          <a:ea typeface="Song Myung"/>
                          <a:cs typeface="Song Myung"/>
                          <a:sym typeface="Song Myung"/>
                        </a:rPr>
                        <a:t>20%</a:t>
                      </a:r>
                      <a:endParaRPr sz="1200">
                        <a:latin typeface="Song Myung"/>
                        <a:ea typeface="Song Myung"/>
                        <a:cs typeface="Song Myung"/>
                        <a:sym typeface="Song Myung"/>
                      </a:endParaRPr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Song Myung"/>
                          <a:ea typeface="Song Myung"/>
                          <a:cs typeface="Song Myung"/>
                          <a:sym typeface="Song Myung"/>
                        </a:rPr>
                        <a:t>854</a:t>
                      </a:r>
                      <a:endParaRPr sz="1200">
                        <a:latin typeface="Song Myung"/>
                        <a:ea typeface="Song Myung"/>
                        <a:cs typeface="Song Myung"/>
                        <a:sym typeface="Song Myung"/>
                      </a:endParaRPr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Song Myung"/>
                          <a:ea typeface="Song Myung"/>
                          <a:cs typeface="Song Myung"/>
                          <a:sym typeface="Song Myung"/>
                        </a:rPr>
                        <a:t>Evaluate on unseen data</a:t>
                      </a:r>
                      <a:endParaRPr sz="1200">
                        <a:latin typeface="Song Myung"/>
                        <a:ea typeface="Song Myung"/>
                        <a:cs typeface="Song Myung"/>
                        <a:sym typeface="Song Myung"/>
                      </a:endParaRPr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</a:tr>
            </a:tbl>
          </a:graphicData>
        </a:graphic>
      </p:graphicFrame>
      <p:pic>
        <p:nvPicPr>
          <p:cNvPr id="1364" name="Google Shape;1364;p114" title="Tr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71075" y="385575"/>
            <a:ext cx="3301968" cy="28318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8" name="Shape 1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9" name="Google Shape;1369;p115"/>
          <p:cNvSpPr txBox="1"/>
          <p:nvPr>
            <p:ph idx="4" type="title"/>
          </p:nvPr>
        </p:nvSpPr>
        <p:spPr>
          <a:xfrm>
            <a:off x="0" y="0"/>
            <a:ext cx="91440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latin typeface="Song Myung"/>
                <a:ea typeface="Song Myung"/>
                <a:cs typeface="Song Myung"/>
                <a:sym typeface="Song Myung"/>
              </a:rPr>
              <a:t>Critical Component</a:t>
            </a:r>
            <a:endParaRPr sz="3300">
              <a:latin typeface="Song Myung"/>
              <a:ea typeface="Song Myung"/>
              <a:cs typeface="Song Myung"/>
              <a:sym typeface="Song Myung"/>
            </a:endParaRPr>
          </a:p>
        </p:txBody>
      </p:sp>
      <p:pic>
        <p:nvPicPr>
          <p:cNvPr id="1370" name="Google Shape;1370;p115" title="rf_shap_ba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7475" y="476088"/>
            <a:ext cx="3870835" cy="2838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1" name="Google Shape;1371;p115" title="rf_shap_summary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6811" y="457200"/>
            <a:ext cx="4264177" cy="2838601"/>
          </a:xfrm>
          <a:prstGeom prst="rect">
            <a:avLst/>
          </a:prstGeom>
          <a:noFill/>
          <a:ln>
            <a:noFill/>
          </a:ln>
        </p:spPr>
      </p:pic>
      <p:sp>
        <p:nvSpPr>
          <p:cNvPr id="1372" name="Google Shape;1372;p115"/>
          <p:cNvSpPr txBox="1"/>
          <p:nvPr>
            <p:ph idx="1" type="body"/>
          </p:nvPr>
        </p:nvSpPr>
        <p:spPr>
          <a:xfrm>
            <a:off x="1025991" y="3333594"/>
            <a:ext cx="2607600" cy="1809600"/>
          </a:xfrm>
          <a:prstGeom prst="rect">
            <a:avLst/>
          </a:prstGeom>
        </p:spPr>
        <p:txBody>
          <a:bodyPr anchorCtr="0" anchor="t" bIns="72775" lIns="72775" spcFirstLastPara="1" rIns="72775" wrap="square" tIns="727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Song Myung"/>
                <a:ea typeface="Song Myung"/>
                <a:cs typeface="Song Myung"/>
                <a:sym typeface="Song Myung"/>
              </a:rPr>
              <a:t>Key findings </a:t>
            </a:r>
            <a:endParaRPr sz="1300">
              <a:latin typeface="Song Myung"/>
              <a:ea typeface="Song Myung"/>
              <a:cs typeface="Song Myung"/>
              <a:sym typeface="Song Myung"/>
            </a:endParaRPr>
          </a:p>
          <a:p>
            <a:pPr indent="-264518" lvl="0" marL="363935" rtl="0" algn="l">
              <a:spcBef>
                <a:spcPts val="637"/>
              </a:spcBef>
              <a:spcAft>
                <a:spcPts val="0"/>
              </a:spcAft>
              <a:buSzPts val="1300"/>
              <a:buFont typeface="Song Myung"/>
              <a:buChar char="●"/>
            </a:pPr>
            <a:r>
              <a:rPr lang="en" sz="1300">
                <a:latin typeface="Song Myung"/>
                <a:ea typeface="Song Myung"/>
                <a:cs typeface="Song Myung"/>
                <a:sym typeface="Song Myung"/>
              </a:rPr>
              <a:t>Credit score is the most influential feature </a:t>
            </a:r>
            <a:endParaRPr sz="1300">
              <a:latin typeface="Song Myung"/>
              <a:ea typeface="Song Myung"/>
              <a:cs typeface="Song Myung"/>
              <a:sym typeface="Song Myung"/>
            </a:endParaRPr>
          </a:p>
          <a:p>
            <a:pPr indent="-264518" lvl="0" marL="363935" rtl="0" algn="l">
              <a:spcBef>
                <a:spcPts val="0"/>
              </a:spcBef>
              <a:spcAft>
                <a:spcPts val="0"/>
              </a:spcAft>
              <a:buSzPts val="1300"/>
              <a:buFont typeface="Song Myung"/>
              <a:buChar char="●"/>
            </a:pPr>
            <a:r>
              <a:rPr lang="en" sz="1300">
                <a:latin typeface="Song Myung"/>
                <a:ea typeface="Song Myung"/>
                <a:cs typeface="Song Myung"/>
                <a:sym typeface="Song Myung"/>
              </a:rPr>
              <a:t>Higher score → higher approval probability </a:t>
            </a:r>
            <a:endParaRPr sz="1300">
              <a:latin typeface="Song Myung"/>
              <a:ea typeface="Song Myung"/>
              <a:cs typeface="Song Myung"/>
              <a:sym typeface="Song Myung"/>
            </a:endParaRPr>
          </a:p>
          <a:p>
            <a:pPr indent="-264518" lvl="0" marL="363935" rtl="0" algn="l">
              <a:spcBef>
                <a:spcPts val="0"/>
              </a:spcBef>
              <a:spcAft>
                <a:spcPts val="0"/>
              </a:spcAft>
              <a:buSzPts val="1300"/>
              <a:buFont typeface="Song Myung"/>
              <a:buChar char="●"/>
            </a:pPr>
            <a:r>
              <a:rPr lang="en" sz="1300">
                <a:latin typeface="Song Myung"/>
                <a:ea typeface="Song Myung"/>
                <a:cs typeface="Song Myung"/>
                <a:sym typeface="Song Myung"/>
              </a:rPr>
              <a:t>Other factors include loan term and income</a:t>
            </a:r>
            <a:endParaRPr sz="1300">
              <a:latin typeface="Song Myung"/>
              <a:ea typeface="Song Myung"/>
              <a:cs typeface="Song Myung"/>
              <a:sym typeface="Song Myung"/>
            </a:endParaRPr>
          </a:p>
        </p:txBody>
      </p:sp>
      <p:sp>
        <p:nvSpPr>
          <p:cNvPr id="1373" name="Google Shape;1373;p115"/>
          <p:cNvSpPr txBox="1"/>
          <p:nvPr>
            <p:ph idx="1" type="body"/>
          </p:nvPr>
        </p:nvSpPr>
        <p:spPr>
          <a:xfrm>
            <a:off x="4850677" y="3401675"/>
            <a:ext cx="3290700" cy="1638900"/>
          </a:xfrm>
          <a:prstGeom prst="rect">
            <a:avLst/>
          </a:prstGeom>
        </p:spPr>
        <p:txBody>
          <a:bodyPr anchorCtr="0" anchor="t" bIns="72775" lIns="72775" spcFirstLastPara="1" rIns="72775" wrap="square" tIns="727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Song Myung"/>
                <a:ea typeface="Song Myung"/>
                <a:cs typeface="Song Myung"/>
                <a:sym typeface="Song Myung"/>
              </a:rPr>
              <a:t>Why interpretation matters </a:t>
            </a:r>
            <a:endParaRPr sz="1200">
              <a:latin typeface="Song Myung"/>
              <a:ea typeface="Song Myung"/>
              <a:cs typeface="Song Myung"/>
              <a:sym typeface="Song Myung"/>
            </a:endParaRPr>
          </a:p>
          <a:p>
            <a:pPr indent="-258168" lvl="0" marL="363935" rtl="0" algn="l">
              <a:spcBef>
                <a:spcPts val="637"/>
              </a:spcBef>
              <a:spcAft>
                <a:spcPts val="0"/>
              </a:spcAft>
              <a:buSzPts val="1200"/>
              <a:buFont typeface="Song Myung"/>
              <a:buChar char="●"/>
            </a:pPr>
            <a:r>
              <a:rPr lang="en" sz="1200">
                <a:latin typeface="Song Myung"/>
                <a:ea typeface="Song Myung"/>
                <a:cs typeface="Song Myung"/>
                <a:sym typeface="Song Myung"/>
              </a:rPr>
              <a:t>Model decisions must be explainable </a:t>
            </a:r>
            <a:endParaRPr sz="1200">
              <a:latin typeface="Song Myung"/>
              <a:ea typeface="Song Myung"/>
              <a:cs typeface="Song Myung"/>
              <a:sym typeface="Song Myung"/>
            </a:endParaRPr>
          </a:p>
          <a:p>
            <a:pPr indent="-258168" lvl="0" marL="363935" rtl="0" algn="l">
              <a:spcBef>
                <a:spcPts val="0"/>
              </a:spcBef>
              <a:spcAft>
                <a:spcPts val="0"/>
              </a:spcAft>
              <a:buSzPts val="1200"/>
              <a:buFont typeface="Song Myung"/>
              <a:buChar char="●"/>
            </a:pPr>
            <a:r>
              <a:rPr lang="en" sz="1200">
                <a:latin typeface="Song Myung"/>
                <a:ea typeface="Song Myung"/>
                <a:cs typeface="Song Myung"/>
                <a:sym typeface="Song Myung"/>
              </a:rPr>
              <a:t>Important in financial applications </a:t>
            </a:r>
            <a:endParaRPr sz="1200">
              <a:latin typeface="Song Myung"/>
              <a:ea typeface="Song Myung"/>
              <a:cs typeface="Song Myung"/>
              <a:sym typeface="Song Myung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Song Myung"/>
                <a:ea typeface="Song Myung"/>
                <a:cs typeface="Song Myung"/>
                <a:sym typeface="Song Myung"/>
              </a:rPr>
              <a:t>SHAP analysis </a:t>
            </a:r>
            <a:endParaRPr sz="1200">
              <a:latin typeface="Song Myung"/>
              <a:ea typeface="Song Myung"/>
              <a:cs typeface="Song Myung"/>
              <a:sym typeface="Song Myung"/>
            </a:endParaRPr>
          </a:p>
          <a:p>
            <a:pPr indent="-258168" lvl="0" marL="363935" rtl="0" algn="l">
              <a:spcBef>
                <a:spcPts val="637"/>
              </a:spcBef>
              <a:spcAft>
                <a:spcPts val="0"/>
              </a:spcAft>
              <a:buSzPts val="1200"/>
              <a:buFont typeface="Song Myung"/>
              <a:buChar char="●"/>
            </a:pPr>
            <a:r>
              <a:rPr lang="en" sz="1200">
                <a:latin typeface="Song Myung"/>
                <a:ea typeface="Song Myung"/>
                <a:cs typeface="Song Myung"/>
                <a:sym typeface="Song Myung"/>
              </a:rPr>
              <a:t>Measures contribution of each feature </a:t>
            </a:r>
            <a:endParaRPr sz="1200">
              <a:latin typeface="Song Myung"/>
              <a:ea typeface="Song Myung"/>
              <a:cs typeface="Song Myung"/>
              <a:sym typeface="Song Myung"/>
            </a:endParaRPr>
          </a:p>
          <a:p>
            <a:pPr indent="-258168" lvl="0" marL="363935" rtl="0" algn="l">
              <a:spcBef>
                <a:spcPts val="0"/>
              </a:spcBef>
              <a:spcAft>
                <a:spcPts val="0"/>
              </a:spcAft>
              <a:buSzPts val="1200"/>
              <a:buFont typeface="Song Myung"/>
              <a:buChar char="●"/>
            </a:pPr>
            <a:r>
              <a:rPr lang="en" sz="1200">
                <a:latin typeface="Song Myung"/>
                <a:ea typeface="Song Myung"/>
                <a:cs typeface="Song Myung"/>
                <a:sym typeface="Song Myung"/>
              </a:rPr>
              <a:t>Shows how features affect prediction </a:t>
            </a:r>
            <a:endParaRPr sz="1200">
              <a:latin typeface="Song Myung"/>
              <a:ea typeface="Song Myung"/>
              <a:cs typeface="Song Myung"/>
              <a:sym typeface="Song Myung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7" name="Shape 1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8" name="Google Shape;1378;p116"/>
          <p:cNvSpPr txBox="1"/>
          <p:nvPr>
            <p:ph idx="4" type="title"/>
          </p:nvPr>
        </p:nvSpPr>
        <p:spPr>
          <a:xfrm>
            <a:off x="0" y="0"/>
            <a:ext cx="9144000" cy="51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ng Myung"/>
                <a:ea typeface="Song Myung"/>
                <a:cs typeface="Song Myung"/>
                <a:sym typeface="Song Myung"/>
              </a:rPr>
              <a:t>Demonstration</a:t>
            </a:r>
            <a:endParaRPr>
              <a:latin typeface="Song Myung"/>
              <a:ea typeface="Song Myung"/>
              <a:cs typeface="Song Myung"/>
              <a:sym typeface="Song Myung"/>
            </a:endParaRPr>
          </a:p>
        </p:txBody>
      </p:sp>
      <p:pic>
        <p:nvPicPr>
          <p:cNvPr id="1379" name="Google Shape;1379;p116" title="2026-05-05 11-57-35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56475" y="639350"/>
            <a:ext cx="5601625" cy="4201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3" name="Shape 1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4" name="Google Shape;1384;p117"/>
          <p:cNvSpPr txBox="1"/>
          <p:nvPr>
            <p:ph idx="4294967295" type="title"/>
          </p:nvPr>
        </p:nvSpPr>
        <p:spPr>
          <a:xfrm>
            <a:off x="0" y="0"/>
            <a:ext cx="91440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Song Myung"/>
                <a:ea typeface="Song Myung"/>
                <a:cs typeface="Song Myung"/>
                <a:sym typeface="Song Myung"/>
              </a:rPr>
              <a:t>Results</a:t>
            </a:r>
            <a:endParaRPr sz="2800">
              <a:latin typeface="Song Myung"/>
              <a:ea typeface="Song Myung"/>
              <a:cs typeface="Song Myung"/>
              <a:sym typeface="Song Myung"/>
            </a:endParaRPr>
          </a:p>
        </p:txBody>
      </p:sp>
      <p:pic>
        <p:nvPicPr>
          <p:cNvPr id="1385" name="Google Shape;1385;p117" title="model_comparis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6363" y="551487"/>
            <a:ext cx="7363927" cy="27162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86" name="Google Shape;1386;p117"/>
          <p:cNvGraphicFramePr/>
          <p:nvPr/>
        </p:nvGraphicFramePr>
        <p:xfrm>
          <a:off x="736375" y="3466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{EB7C43CF-BA6C-4135-BA5B-E0DD89FA294D}</a:tableStyleId>
              </a:tblPr>
              <a:tblGrid>
                <a:gridCol w="2454650"/>
                <a:gridCol w="2454650"/>
                <a:gridCol w="24546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Song Myung"/>
                          <a:ea typeface="Song Myung"/>
                          <a:cs typeface="Song Myung"/>
                          <a:sym typeface="Song Myung"/>
                        </a:rPr>
                        <a:t>Model</a:t>
                      </a:r>
                      <a:endParaRPr>
                        <a:latin typeface="Song Myung"/>
                        <a:ea typeface="Song Myung"/>
                        <a:cs typeface="Song Myung"/>
                        <a:sym typeface="Song Myung"/>
                      </a:endParaRPr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Song Myung"/>
                          <a:ea typeface="Song Myung"/>
                          <a:cs typeface="Song Myung"/>
                          <a:sym typeface="Song Myung"/>
                        </a:rPr>
                        <a:t>Accuracy</a:t>
                      </a:r>
                      <a:endParaRPr>
                        <a:latin typeface="Song Myung"/>
                        <a:ea typeface="Song Myung"/>
                        <a:cs typeface="Song Myung"/>
                        <a:sym typeface="Song Myung"/>
                      </a:endParaRPr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Song Myung"/>
                          <a:ea typeface="Song Myung"/>
                          <a:cs typeface="Song Myung"/>
                          <a:sym typeface="Song Myung"/>
                        </a:rPr>
                        <a:t>ROC - AUC</a:t>
                      </a:r>
                      <a:endParaRPr>
                        <a:latin typeface="Song Myung"/>
                        <a:ea typeface="Song Myung"/>
                        <a:cs typeface="Song Myung"/>
                        <a:sym typeface="Song Myung"/>
                      </a:endParaRPr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Song Myung"/>
                          <a:ea typeface="Song Myung"/>
                          <a:cs typeface="Song Myung"/>
                          <a:sym typeface="Song Myung"/>
                        </a:rPr>
                        <a:t>Logistic Regression</a:t>
                      </a:r>
                      <a:endParaRPr>
                        <a:latin typeface="Song Myung"/>
                        <a:ea typeface="Song Myung"/>
                        <a:cs typeface="Song Myung"/>
                        <a:sym typeface="Song Myung"/>
                      </a:endParaRPr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Song Myung"/>
                          <a:ea typeface="Song Myung"/>
                          <a:cs typeface="Song Myung"/>
                          <a:sym typeface="Song Myung"/>
                        </a:rPr>
                        <a:t>81.97%</a:t>
                      </a:r>
                      <a:endParaRPr>
                        <a:latin typeface="Song Myung"/>
                        <a:ea typeface="Song Myung"/>
                        <a:cs typeface="Song Myung"/>
                        <a:sym typeface="Song Myung"/>
                      </a:endParaRPr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Song Myung"/>
                          <a:ea typeface="Song Myung"/>
                          <a:cs typeface="Song Myung"/>
                          <a:sym typeface="Song Myung"/>
                        </a:rPr>
                        <a:t>-0.89</a:t>
                      </a:r>
                      <a:endParaRPr>
                        <a:latin typeface="Song Myung"/>
                        <a:ea typeface="Song Myung"/>
                        <a:cs typeface="Song Myung"/>
                        <a:sym typeface="Song Myung"/>
                      </a:endParaRPr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Song Myung"/>
                          <a:ea typeface="Song Myung"/>
                          <a:cs typeface="Song Myung"/>
                          <a:sym typeface="Song Myung"/>
                        </a:rPr>
                        <a:t>XGBoost</a:t>
                      </a:r>
                      <a:endParaRPr>
                        <a:latin typeface="Song Myung"/>
                        <a:ea typeface="Song Myung"/>
                        <a:cs typeface="Song Myung"/>
                        <a:sym typeface="Song Myung"/>
                      </a:endParaRPr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Song Myung"/>
                          <a:ea typeface="Song Myung"/>
                          <a:cs typeface="Song Myung"/>
                          <a:sym typeface="Song Myung"/>
                        </a:rPr>
                        <a:t>97.78%</a:t>
                      </a:r>
                      <a:endParaRPr>
                        <a:latin typeface="Song Myung"/>
                        <a:ea typeface="Song Myung"/>
                        <a:cs typeface="Song Myung"/>
                        <a:sym typeface="Song Myung"/>
                      </a:endParaRPr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Song Myung"/>
                          <a:ea typeface="Song Myung"/>
                          <a:cs typeface="Song Myung"/>
                          <a:sym typeface="Song Myung"/>
                        </a:rPr>
                        <a:t>0.9981</a:t>
                      </a:r>
                      <a:endParaRPr>
                        <a:latin typeface="Song Myung"/>
                        <a:ea typeface="Song Myung"/>
                        <a:cs typeface="Song Myung"/>
                        <a:sym typeface="Song Myung"/>
                      </a:endParaRPr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Song Myung"/>
                          <a:ea typeface="Song Myung"/>
                          <a:cs typeface="Song Myung"/>
                          <a:sym typeface="Song Myung"/>
                        </a:rPr>
                        <a:t>Random Forest</a:t>
                      </a:r>
                      <a:endParaRPr>
                        <a:latin typeface="Song Myung"/>
                        <a:ea typeface="Song Myung"/>
                        <a:cs typeface="Song Myung"/>
                        <a:sym typeface="Song Myung"/>
                      </a:endParaRPr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Song Myung"/>
                          <a:ea typeface="Song Myung"/>
                          <a:cs typeface="Song Myung"/>
                          <a:sym typeface="Song Myung"/>
                        </a:rPr>
                        <a:t>98.13%</a:t>
                      </a:r>
                      <a:endParaRPr>
                        <a:latin typeface="Song Myung"/>
                        <a:ea typeface="Song Myung"/>
                        <a:cs typeface="Song Myung"/>
                        <a:sym typeface="Song Myung"/>
                      </a:endParaRPr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Song Myung"/>
                          <a:ea typeface="Song Myung"/>
                          <a:cs typeface="Song Myung"/>
                          <a:sym typeface="Song Myung"/>
                        </a:rPr>
                        <a:t>0.9987</a:t>
                      </a:r>
                      <a:endParaRPr>
                        <a:latin typeface="Song Myung"/>
                        <a:ea typeface="Song Myung"/>
                        <a:cs typeface="Song Myung"/>
                        <a:sym typeface="Song Myung"/>
                      </a:endParaRPr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0" name="Shape 1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1" name="Google Shape;1391;p118"/>
          <p:cNvSpPr txBox="1"/>
          <p:nvPr>
            <p:ph idx="4" type="title"/>
          </p:nvPr>
        </p:nvSpPr>
        <p:spPr>
          <a:xfrm>
            <a:off x="0" y="2061000"/>
            <a:ext cx="9144000" cy="102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>
                <a:latin typeface="Song Myung"/>
                <a:ea typeface="Song Myung"/>
                <a:cs typeface="Song Myung"/>
                <a:sym typeface="Song Myung"/>
              </a:rPr>
              <a:t>Thank you!</a:t>
            </a:r>
            <a:endParaRPr sz="3900">
              <a:latin typeface="Song Myung"/>
              <a:ea typeface="Song Myung"/>
              <a:cs typeface="Song Myung"/>
              <a:sym typeface="Song Myung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>
                <a:latin typeface="Song Myung"/>
                <a:ea typeface="Song Myung"/>
                <a:cs typeface="Song Myung"/>
                <a:sym typeface="Song Myung"/>
              </a:rPr>
              <a:t>Q&amp;A</a:t>
            </a:r>
            <a:endParaRPr sz="3900">
              <a:latin typeface="Song Myung"/>
              <a:ea typeface="Song Myung"/>
              <a:cs typeface="Song Myung"/>
              <a:sym typeface="Song Myung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 OVERLAYS">
  <a:themeElements>
    <a:clrScheme name="Simple Light">
      <a:dk1>
        <a:srgbClr val="FFFFFF"/>
      </a:dk1>
      <a:lt1>
        <a:srgbClr val="353535"/>
      </a:lt1>
      <a:dk2>
        <a:srgbClr val="E3DFD6"/>
      </a:dk2>
      <a:lt2>
        <a:srgbClr val="F0B03B"/>
      </a:lt2>
      <a:accent1>
        <a:srgbClr val="FFEB67"/>
      </a:accent1>
      <a:accent2>
        <a:srgbClr val="FF5777"/>
      </a:accent2>
      <a:accent3>
        <a:srgbClr val="41CC6B"/>
      </a:accent3>
      <a:accent4>
        <a:srgbClr val="4285F4"/>
      </a:accent4>
      <a:accent5>
        <a:srgbClr val="69615E"/>
      </a:accent5>
      <a:accent6>
        <a:srgbClr val="FF866D"/>
      </a:accent6>
      <a:hlink>
        <a:srgbClr val="2A292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Group/Class Project #1">
  <a:themeElements>
    <a:clrScheme name="Simple Light">
      <a:dk1>
        <a:srgbClr val="000000"/>
      </a:dk1>
      <a:lt1>
        <a:srgbClr val="D2DE9C"/>
      </a:lt1>
      <a:dk2>
        <a:srgbClr val="F3DFA5"/>
      </a:dk2>
      <a:lt2>
        <a:srgbClr val="DBEFF1"/>
      </a:lt2>
      <a:accent1>
        <a:srgbClr val="FD5E48"/>
      </a:accent1>
      <a:accent2>
        <a:srgbClr val="E6C2DE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58CF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